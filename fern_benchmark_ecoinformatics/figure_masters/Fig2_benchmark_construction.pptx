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6897350" cy="84486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734"/>
    <p:restoredTop sz="94632"/>
  </p:normalViewPr>
  <p:slideViewPr>
    <p:cSldViewPr snapToGrid="0">
      <p:cViewPr>
        <p:scale>
          <a:sx n="56" d="100"/>
          <a:sy n="56" d="100"/>
        </p:scale>
        <p:origin x="2904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圆角矩形 162">
            <a:extLst>
              <a:ext uri="{FF2B5EF4-FFF2-40B4-BE49-F238E27FC236}">
                <a16:creationId xmlns:a16="http://schemas.microsoft.com/office/drawing/2014/main" id="{9BA6464C-1629-4150-83A8-F37187A60973}"/>
              </a:ext>
            </a:extLst>
          </p:cNvPr>
          <p:cNvSpPr>
            <a:spLocks noGrp="1"/>
          </p:cNvSpPr>
          <p:nvPr/>
        </p:nvSpPr>
        <p:spPr>
          <a:xfrm>
            <a:off x="247650" y="333375"/>
            <a:ext cx="3267075" cy="2933700"/>
          </a:xfrm>
          <a:prstGeom prst="roundRect">
            <a:avLst>
              <a:gd name="adj" fmla="val 3247"/>
            </a:avLst>
          </a:prstGeom>
          <a:solidFill>
            <a:srgbClr val="E7F5FE"/>
          </a:solidFill>
          <a:ln w="28575">
            <a:solidFill>
              <a:srgbClr val="0B86E4"/>
            </a:solidFill>
            <a:prstDash val="solid"/>
          </a:ln>
        </p:spPr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971CC0AC-0FCB-40AC-8E58-CAD67651F34A}"/>
              </a:ext>
            </a:extLst>
          </p:cNvPr>
          <p:cNvSpPr>
            <a:spLocks noGrp="1"/>
          </p:cNvSpPr>
          <p:nvPr/>
        </p:nvSpPr>
        <p:spPr>
          <a:xfrm>
            <a:off x="3829050" y="333375"/>
            <a:ext cx="3248025" cy="2933700"/>
          </a:xfrm>
          <a:prstGeom prst="roundRect">
            <a:avLst>
              <a:gd name="adj" fmla="val 3247"/>
            </a:avLst>
          </a:prstGeom>
          <a:solidFill>
            <a:srgbClr val="E7F5FE"/>
          </a:solidFill>
          <a:ln w="28575">
            <a:solidFill>
              <a:srgbClr val="0B86E4"/>
            </a:solidFill>
            <a:prstDash val="solid"/>
          </a:ln>
        </p:spPr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4FE06F8-1A9D-4AE6-B402-4B4A1B293D0B}"/>
              </a:ext>
            </a:extLst>
          </p:cNvPr>
          <p:cNvSpPr>
            <a:spLocks noGrp="1"/>
          </p:cNvSpPr>
          <p:nvPr/>
        </p:nvSpPr>
        <p:spPr>
          <a:xfrm>
            <a:off x="7343775" y="333375"/>
            <a:ext cx="2505075" cy="2933700"/>
          </a:xfrm>
          <a:prstGeom prst="roundRect">
            <a:avLst>
              <a:gd name="adj" fmla="val 3802"/>
            </a:avLst>
          </a:prstGeom>
          <a:solidFill>
            <a:srgbClr val="E7F5FE"/>
          </a:solidFill>
          <a:ln w="28575">
            <a:solidFill>
              <a:srgbClr val="0B86E4"/>
            </a:solidFill>
            <a:prstDash val="solid"/>
          </a:ln>
        </p:spPr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E7F1CA2-6228-4C55-9573-92DF59AF2650}"/>
              </a:ext>
            </a:extLst>
          </p:cNvPr>
          <p:cNvSpPr>
            <a:spLocks noGrp="1"/>
          </p:cNvSpPr>
          <p:nvPr/>
        </p:nvSpPr>
        <p:spPr>
          <a:xfrm>
            <a:off x="10153650" y="333375"/>
            <a:ext cx="3295650" cy="2933700"/>
          </a:xfrm>
          <a:prstGeom prst="roundRect">
            <a:avLst>
              <a:gd name="adj" fmla="val 3247"/>
            </a:avLst>
          </a:prstGeom>
          <a:solidFill>
            <a:srgbClr val="E7F5FE"/>
          </a:solidFill>
          <a:ln w="28575">
            <a:solidFill>
              <a:srgbClr val="0B86E4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DE05DA8-CC15-44C1-819F-7CBDFB7E4BBA}"/>
              </a:ext>
            </a:extLst>
          </p:cNvPr>
          <p:cNvSpPr>
            <a:spLocks noGrp="1"/>
          </p:cNvSpPr>
          <p:nvPr/>
        </p:nvSpPr>
        <p:spPr>
          <a:xfrm>
            <a:off x="13754100" y="333375"/>
            <a:ext cx="2895600" cy="2933700"/>
          </a:xfrm>
          <a:prstGeom prst="roundRect">
            <a:avLst>
              <a:gd name="adj" fmla="val 3289"/>
            </a:avLst>
          </a:prstGeom>
          <a:solidFill>
            <a:srgbClr val="E7F5FE"/>
          </a:solidFill>
          <a:ln w="28575">
            <a:solidFill>
              <a:srgbClr val="0B86E4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DABF531-0DC9-4D30-8D0B-A1020C0F2122}"/>
              </a:ext>
            </a:extLst>
          </p:cNvPr>
          <p:cNvSpPr>
            <a:spLocks noGrp="1"/>
          </p:cNvSpPr>
          <p:nvPr/>
        </p:nvSpPr>
        <p:spPr>
          <a:xfrm>
            <a:off x="1571625" y="3810000"/>
            <a:ext cx="4648200" cy="2809875"/>
          </a:xfrm>
          <a:prstGeom prst="roundRect">
            <a:avLst>
              <a:gd name="adj" fmla="val 3390"/>
            </a:avLst>
          </a:prstGeom>
          <a:solidFill>
            <a:srgbClr val="E9F9F5"/>
          </a:solidFill>
          <a:ln w="28575">
            <a:solidFill>
              <a:srgbClr val="1A9375"/>
            </a:solidFill>
            <a:prstDash val="solid"/>
          </a:ln>
        </p:spPr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477A6CE-D3FC-4BB9-8B49-E79C69BF08CA}"/>
              </a:ext>
            </a:extLst>
          </p:cNvPr>
          <p:cNvSpPr>
            <a:spLocks noGrp="1"/>
          </p:cNvSpPr>
          <p:nvPr/>
        </p:nvSpPr>
        <p:spPr>
          <a:xfrm>
            <a:off x="6496050" y="3810000"/>
            <a:ext cx="4514850" cy="2809875"/>
          </a:xfrm>
          <a:prstGeom prst="roundRect">
            <a:avLst>
              <a:gd name="adj" fmla="val 3390"/>
            </a:avLst>
          </a:prstGeom>
          <a:solidFill>
            <a:srgbClr val="E9F9F5"/>
          </a:solidFill>
          <a:ln w="28575">
            <a:solidFill>
              <a:srgbClr val="1A9375"/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84C5D44E-2E97-4B7E-9EBA-419535BD9729}"/>
              </a:ext>
            </a:extLst>
          </p:cNvPr>
          <p:cNvSpPr>
            <a:spLocks noGrp="1"/>
          </p:cNvSpPr>
          <p:nvPr/>
        </p:nvSpPr>
        <p:spPr>
          <a:xfrm>
            <a:off x="11753850" y="3857625"/>
            <a:ext cx="3571875" cy="2733675"/>
          </a:xfrm>
          <a:prstGeom prst="roundRect">
            <a:avLst>
              <a:gd name="adj" fmla="val 3484"/>
            </a:avLst>
          </a:prstGeom>
          <a:solidFill>
            <a:srgbClr val="F1F2F4"/>
          </a:solidFill>
          <a:ln w="28575">
            <a:solidFill>
              <a:srgbClr val="64707F"/>
            </a:solidFill>
            <a:prstDash val="solid"/>
          </a:ln>
        </p:spPr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9DD472B-9FC9-455C-A2A2-477AB76AF665}"/>
              </a:ext>
            </a:extLst>
          </p:cNvPr>
          <p:cNvSpPr>
            <a:spLocks noGrp="1"/>
          </p:cNvSpPr>
          <p:nvPr/>
        </p:nvSpPr>
        <p:spPr>
          <a:xfrm>
            <a:off x="409575" y="447675"/>
            <a:ext cx="409575" cy="409575"/>
          </a:xfrm>
          <a:prstGeom prst="ellipse">
            <a:avLst/>
          </a:prstGeom>
          <a:solidFill>
            <a:srgbClr val="0D6CB6"/>
          </a:solidFill>
          <a:ln w="0">
            <a:noFill/>
          </a:ln>
        </p:spPr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7A38BD9-E996-4589-BBD8-225D3F6C969B}"/>
              </a:ext>
            </a:extLst>
          </p:cNvPr>
          <p:cNvSpPr>
            <a:spLocks noGrp="1"/>
          </p:cNvSpPr>
          <p:nvPr/>
        </p:nvSpPr>
        <p:spPr>
          <a:xfrm>
            <a:off x="3995738" y="447675"/>
            <a:ext cx="409575" cy="409575"/>
          </a:xfrm>
          <a:prstGeom prst="ellipse">
            <a:avLst/>
          </a:prstGeom>
          <a:solidFill>
            <a:srgbClr val="0D6CB6"/>
          </a:solidFill>
          <a:ln w="0">
            <a:noFill/>
          </a:ln>
        </p:spPr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088188B-442D-40C0-8CA0-AD32B7737A53}"/>
              </a:ext>
            </a:extLst>
          </p:cNvPr>
          <p:cNvSpPr>
            <a:spLocks noGrp="1"/>
          </p:cNvSpPr>
          <p:nvPr/>
        </p:nvSpPr>
        <p:spPr>
          <a:xfrm>
            <a:off x="7519988" y="447675"/>
            <a:ext cx="409575" cy="409575"/>
          </a:xfrm>
          <a:prstGeom prst="ellipse">
            <a:avLst/>
          </a:prstGeom>
          <a:solidFill>
            <a:srgbClr val="0D6CB6"/>
          </a:solidFill>
          <a:ln w="0">
            <a:noFill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1C09B96-587F-4DF3-A86E-DFB006CA214B}"/>
              </a:ext>
            </a:extLst>
          </p:cNvPr>
          <p:cNvSpPr>
            <a:spLocks noGrp="1"/>
          </p:cNvSpPr>
          <p:nvPr/>
        </p:nvSpPr>
        <p:spPr>
          <a:xfrm>
            <a:off x="10320338" y="447675"/>
            <a:ext cx="409575" cy="409575"/>
          </a:xfrm>
          <a:prstGeom prst="ellipse">
            <a:avLst/>
          </a:prstGeom>
          <a:solidFill>
            <a:srgbClr val="0D6CB6"/>
          </a:solidFill>
          <a:ln w="0">
            <a:noFill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8F364E2-6827-475B-8105-DEDBC3480B26}"/>
              </a:ext>
            </a:extLst>
          </p:cNvPr>
          <p:cNvSpPr>
            <a:spLocks noGrp="1"/>
          </p:cNvSpPr>
          <p:nvPr/>
        </p:nvSpPr>
        <p:spPr>
          <a:xfrm>
            <a:off x="13925550" y="447675"/>
            <a:ext cx="409575" cy="409575"/>
          </a:xfrm>
          <a:prstGeom prst="ellipse">
            <a:avLst/>
          </a:prstGeom>
          <a:solidFill>
            <a:srgbClr val="0D6CB6"/>
          </a:solidFill>
          <a:ln w="0">
            <a:noFill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B97DF44-7006-4407-926C-29EDEF7B35BE}"/>
              </a:ext>
            </a:extLst>
          </p:cNvPr>
          <p:cNvSpPr>
            <a:spLocks noGrp="1"/>
          </p:cNvSpPr>
          <p:nvPr/>
        </p:nvSpPr>
        <p:spPr>
          <a:xfrm>
            <a:off x="1771650" y="3905250"/>
            <a:ext cx="409575" cy="409575"/>
          </a:xfrm>
          <a:prstGeom prst="ellipse">
            <a:avLst/>
          </a:prstGeom>
          <a:solidFill>
            <a:srgbClr val="07705E"/>
          </a:solidFill>
          <a:ln w="0">
            <a:noFill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F4522D6-FF57-41AF-89ED-9594FF7A002B}"/>
              </a:ext>
            </a:extLst>
          </p:cNvPr>
          <p:cNvSpPr>
            <a:spLocks noGrp="1"/>
          </p:cNvSpPr>
          <p:nvPr/>
        </p:nvSpPr>
        <p:spPr>
          <a:xfrm>
            <a:off x="6691313" y="3914775"/>
            <a:ext cx="409575" cy="409575"/>
          </a:xfrm>
          <a:prstGeom prst="ellipse">
            <a:avLst/>
          </a:prstGeom>
          <a:solidFill>
            <a:srgbClr val="07705E"/>
          </a:solidFill>
          <a:ln w="0">
            <a:noFill/>
          </a:ln>
        </p:spPr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D5F78E4-FAE0-47D2-950D-AB788AAC3160}"/>
              </a:ext>
            </a:extLst>
          </p:cNvPr>
          <p:cNvSpPr>
            <a:spLocks noGrp="1"/>
          </p:cNvSpPr>
          <p:nvPr/>
        </p:nvSpPr>
        <p:spPr>
          <a:xfrm>
            <a:off x="11901488" y="3914775"/>
            <a:ext cx="409575" cy="409575"/>
          </a:xfrm>
          <a:prstGeom prst="ellipse">
            <a:avLst/>
          </a:prstGeom>
          <a:solidFill>
            <a:srgbClr val="48505C"/>
          </a:solidFill>
          <a:ln w="0">
            <a:noFill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F288893-6479-40DC-812C-72DD42F9B21F}"/>
              </a:ext>
            </a:extLst>
          </p:cNvPr>
          <p:cNvSpPr>
            <a:spLocks noGrp="1"/>
          </p:cNvSpPr>
          <p:nvPr/>
        </p:nvSpPr>
        <p:spPr>
          <a:xfrm>
            <a:off x="447675" y="981075"/>
            <a:ext cx="2886075" cy="971550"/>
          </a:xfrm>
          <a:prstGeom prst="roundRect">
            <a:avLst>
              <a:gd name="adj" fmla="val 8824"/>
            </a:avLst>
          </a:prstGeom>
          <a:solidFill>
            <a:srgbClr val="F6FBFE"/>
          </a:solidFill>
          <a:ln w="14288">
            <a:solidFill>
              <a:srgbClr val="D9ECFA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849079B3-76A0-458D-922D-220411ECA197}"/>
              </a:ext>
            </a:extLst>
          </p:cNvPr>
          <p:cNvSpPr>
            <a:spLocks noGrp="1"/>
          </p:cNvSpPr>
          <p:nvPr/>
        </p:nvSpPr>
        <p:spPr>
          <a:xfrm>
            <a:off x="447675" y="2095500"/>
            <a:ext cx="2886075" cy="981075"/>
          </a:xfrm>
          <a:prstGeom prst="roundRect">
            <a:avLst>
              <a:gd name="adj" fmla="val 8738"/>
            </a:avLst>
          </a:prstGeom>
          <a:solidFill>
            <a:srgbClr val="F6FBFE"/>
          </a:solidFill>
          <a:ln w="14288">
            <a:solidFill>
              <a:srgbClr val="D9ECFA"/>
            </a:solidFill>
            <a:prstDash val="solid"/>
          </a:ln>
        </p:spPr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CC6FC12F-A422-489C-AE4F-D7E1B3B08726}"/>
              </a:ext>
            </a:extLst>
          </p:cNvPr>
          <p:cNvSpPr>
            <a:spLocks noGrp="1"/>
          </p:cNvSpPr>
          <p:nvPr/>
        </p:nvSpPr>
        <p:spPr>
          <a:xfrm>
            <a:off x="4000500" y="981075"/>
            <a:ext cx="2914650" cy="2038350"/>
          </a:xfrm>
          <a:prstGeom prst="roundRect">
            <a:avLst>
              <a:gd name="adj" fmla="val 4206"/>
            </a:avLst>
          </a:prstGeom>
          <a:solidFill>
            <a:srgbClr val="F6FBFE"/>
          </a:solidFill>
          <a:ln w="14288">
            <a:solidFill>
              <a:srgbClr val="D9ECFA"/>
            </a:solidFill>
            <a:prstDash val="solid"/>
          </a:ln>
        </p:spPr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D71E0E40-A1FA-4D86-8838-9831E0AFC7AA}"/>
              </a:ext>
            </a:extLst>
          </p:cNvPr>
          <p:cNvSpPr>
            <a:spLocks noGrp="1"/>
          </p:cNvSpPr>
          <p:nvPr/>
        </p:nvSpPr>
        <p:spPr>
          <a:xfrm>
            <a:off x="7486650" y="962025"/>
            <a:ext cx="2219325" cy="2057400"/>
          </a:xfrm>
          <a:prstGeom prst="roundRect">
            <a:avLst>
              <a:gd name="adj" fmla="val 4167"/>
            </a:avLst>
          </a:prstGeom>
          <a:solidFill>
            <a:srgbClr val="F6FBFE"/>
          </a:solidFill>
          <a:ln w="14288">
            <a:solidFill>
              <a:srgbClr val="D9ECFA"/>
            </a:solidFill>
            <a:prstDash val="solid"/>
          </a:ln>
        </p:spPr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4AA29AD4-5DB3-48BD-A7E1-EE87D9E0F2C0}"/>
              </a:ext>
            </a:extLst>
          </p:cNvPr>
          <p:cNvSpPr>
            <a:spLocks noGrp="1"/>
          </p:cNvSpPr>
          <p:nvPr/>
        </p:nvSpPr>
        <p:spPr>
          <a:xfrm>
            <a:off x="10306050" y="962025"/>
            <a:ext cx="3000375" cy="2076450"/>
          </a:xfrm>
          <a:prstGeom prst="roundRect">
            <a:avLst>
              <a:gd name="adj" fmla="val 4128"/>
            </a:avLst>
          </a:prstGeom>
          <a:solidFill>
            <a:srgbClr val="F6FBFE"/>
          </a:solidFill>
          <a:ln w="14288">
            <a:solidFill>
              <a:srgbClr val="D9ECFA"/>
            </a:solidFill>
            <a:prstDash val="solid"/>
          </a:ln>
        </p:spPr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1F2B2EED-81A1-4CB9-865C-164D53C14AF5}"/>
              </a:ext>
            </a:extLst>
          </p:cNvPr>
          <p:cNvSpPr>
            <a:spLocks noGrp="1"/>
          </p:cNvSpPr>
          <p:nvPr/>
        </p:nvSpPr>
        <p:spPr>
          <a:xfrm>
            <a:off x="13973175" y="1819275"/>
            <a:ext cx="2505075" cy="1095375"/>
          </a:xfrm>
          <a:prstGeom prst="roundRect">
            <a:avLst>
              <a:gd name="adj" fmla="val 7826"/>
            </a:avLst>
          </a:prstGeom>
          <a:solidFill>
            <a:srgbClr val="F6FBFE"/>
          </a:solidFill>
          <a:ln w="14288">
            <a:solidFill>
              <a:srgbClr val="D9ECFA"/>
            </a:solidFill>
            <a:prstDash val="solid"/>
          </a:ln>
        </p:spPr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717AB282-3B16-4EB2-BF10-FDA26865F410}"/>
              </a:ext>
            </a:extLst>
          </p:cNvPr>
          <p:cNvSpPr>
            <a:spLocks noGrp="1"/>
          </p:cNvSpPr>
          <p:nvPr/>
        </p:nvSpPr>
        <p:spPr>
          <a:xfrm>
            <a:off x="10391775" y="1724025"/>
            <a:ext cx="2828925" cy="390525"/>
          </a:xfrm>
          <a:prstGeom prst="roundRect">
            <a:avLst>
              <a:gd name="adj" fmla="val 19512"/>
            </a:avLst>
          </a:prstGeom>
          <a:solidFill>
            <a:srgbClr val="E2F9ED"/>
          </a:solidFill>
          <a:ln w="19050">
            <a:solidFill>
              <a:srgbClr val="B1E6C6"/>
            </a:solidFill>
            <a:prstDash val="solid"/>
          </a:ln>
        </p:spPr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B0ED3E0-9C65-4A52-B1D6-7B992BCA21ED}"/>
              </a:ext>
            </a:extLst>
          </p:cNvPr>
          <p:cNvSpPr>
            <a:spLocks noGrp="1"/>
          </p:cNvSpPr>
          <p:nvPr/>
        </p:nvSpPr>
        <p:spPr>
          <a:xfrm>
            <a:off x="10391775" y="2209800"/>
            <a:ext cx="2828925" cy="390525"/>
          </a:xfrm>
          <a:prstGeom prst="roundRect">
            <a:avLst>
              <a:gd name="adj" fmla="val 19512"/>
            </a:avLst>
          </a:prstGeom>
          <a:solidFill>
            <a:srgbClr val="FEE1E8"/>
          </a:solidFill>
          <a:ln w="19050">
            <a:solidFill>
              <a:srgbClr val="F9B5C3"/>
            </a:solidFill>
            <a:prstDash val="solid"/>
          </a:ln>
        </p:spPr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02B14DF5-AE95-47F3-8C83-6CE0D12CC94B}"/>
              </a:ext>
            </a:extLst>
          </p:cNvPr>
          <p:cNvSpPr>
            <a:spLocks noGrp="1"/>
          </p:cNvSpPr>
          <p:nvPr/>
        </p:nvSpPr>
        <p:spPr>
          <a:xfrm>
            <a:off x="2514600" y="4429125"/>
            <a:ext cx="3476625" cy="342900"/>
          </a:xfrm>
          <a:prstGeom prst="roundRect">
            <a:avLst>
              <a:gd name="adj" fmla="val 22222"/>
            </a:avLst>
          </a:prstGeom>
          <a:solidFill>
            <a:srgbClr val="CDF3E7"/>
          </a:solidFill>
          <a:ln w="15240">
            <a:solidFill>
              <a:srgbClr val="ACE5D6"/>
            </a:solidFill>
            <a:prstDash val="solid"/>
          </a:ln>
        </p:spPr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D7545300-951F-489B-A3E1-41195D50EC9B}"/>
              </a:ext>
            </a:extLst>
          </p:cNvPr>
          <p:cNvSpPr>
            <a:spLocks noGrp="1"/>
          </p:cNvSpPr>
          <p:nvPr/>
        </p:nvSpPr>
        <p:spPr>
          <a:xfrm>
            <a:off x="2514600" y="4833938"/>
            <a:ext cx="3476625" cy="342900"/>
          </a:xfrm>
          <a:prstGeom prst="roundRect">
            <a:avLst>
              <a:gd name="adj" fmla="val 22222"/>
            </a:avLst>
          </a:prstGeom>
          <a:solidFill>
            <a:srgbClr val="CDF3E7"/>
          </a:solidFill>
          <a:ln w="15240">
            <a:solidFill>
              <a:srgbClr val="ACE5D6"/>
            </a:solidFill>
            <a:prstDash val="solid"/>
          </a:ln>
        </p:spPr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571DC33A-9393-4253-A609-7BE1EF1EE676}"/>
              </a:ext>
            </a:extLst>
          </p:cNvPr>
          <p:cNvSpPr>
            <a:spLocks noGrp="1"/>
          </p:cNvSpPr>
          <p:nvPr/>
        </p:nvSpPr>
        <p:spPr>
          <a:xfrm>
            <a:off x="2514600" y="5238750"/>
            <a:ext cx="3476625" cy="342900"/>
          </a:xfrm>
          <a:prstGeom prst="roundRect">
            <a:avLst>
              <a:gd name="adj" fmla="val 22222"/>
            </a:avLst>
          </a:prstGeom>
          <a:solidFill>
            <a:srgbClr val="CDF3E7"/>
          </a:solidFill>
          <a:ln w="15240">
            <a:solidFill>
              <a:srgbClr val="ACE5D6"/>
            </a:solidFill>
            <a:prstDash val="solid"/>
          </a:ln>
        </p:spPr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B4F2D97-1C0D-400F-9887-D7C33F095043}"/>
              </a:ext>
            </a:extLst>
          </p:cNvPr>
          <p:cNvSpPr>
            <a:spLocks noGrp="1"/>
          </p:cNvSpPr>
          <p:nvPr/>
        </p:nvSpPr>
        <p:spPr>
          <a:xfrm>
            <a:off x="6743700" y="5181600"/>
            <a:ext cx="1485900" cy="781050"/>
          </a:xfrm>
          <a:prstGeom prst="roundRect">
            <a:avLst>
              <a:gd name="adj" fmla="val 8537"/>
            </a:avLst>
          </a:prstGeom>
          <a:solidFill>
            <a:srgbClr val="D1EAFD"/>
          </a:solidFill>
          <a:ln w="15240">
            <a:solidFill>
              <a:srgbClr val="BBDDF8"/>
            </a:solidFill>
            <a:prstDash val="solid"/>
          </a:ln>
        </p:spPr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60CDE68F-2A2A-4B6B-9F95-E04E3CA74871}"/>
              </a:ext>
            </a:extLst>
          </p:cNvPr>
          <p:cNvSpPr>
            <a:spLocks noGrp="1"/>
          </p:cNvSpPr>
          <p:nvPr/>
        </p:nvSpPr>
        <p:spPr>
          <a:xfrm>
            <a:off x="8324850" y="5181600"/>
            <a:ext cx="1209675" cy="781050"/>
          </a:xfrm>
          <a:prstGeom prst="roundRect">
            <a:avLst>
              <a:gd name="adj" fmla="val 8537"/>
            </a:avLst>
          </a:prstGeom>
          <a:solidFill>
            <a:srgbClr val="DECFFB"/>
          </a:solidFill>
          <a:ln w="15240">
            <a:solidFill>
              <a:srgbClr val="CDBAF5"/>
            </a:solidFill>
            <a:prstDash val="solid"/>
          </a:ln>
        </p:spPr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36B61579-1017-4D01-BA7F-024604E82B7D}"/>
              </a:ext>
            </a:extLst>
          </p:cNvPr>
          <p:cNvSpPr>
            <a:spLocks noGrp="1"/>
          </p:cNvSpPr>
          <p:nvPr/>
        </p:nvSpPr>
        <p:spPr>
          <a:xfrm>
            <a:off x="9667875" y="5181600"/>
            <a:ext cx="1114425" cy="781050"/>
          </a:xfrm>
          <a:prstGeom prst="roundRect">
            <a:avLst>
              <a:gd name="adj" fmla="val 8537"/>
            </a:avLst>
          </a:prstGeom>
          <a:solidFill>
            <a:srgbClr val="FEDBBA"/>
          </a:solidFill>
          <a:ln w="15240">
            <a:solidFill>
              <a:srgbClr val="F5C79E"/>
            </a:solidFill>
            <a:prstDash val="solid"/>
          </a:ln>
        </p:spPr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BF9DC75D-9425-4E4B-BDC0-E3EE82688281}"/>
              </a:ext>
            </a:extLst>
          </p:cNvPr>
          <p:cNvSpPr>
            <a:spLocks noGrp="1"/>
          </p:cNvSpPr>
          <p:nvPr/>
        </p:nvSpPr>
        <p:spPr>
          <a:xfrm>
            <a:off x="11982450" y="5238750"/>
            <a:ext cx="3124200" cy="723900"/>
          </a:xfrm>
          <a:prstGeom prst="roundRect">
            <a:avLst>
              <a:gd name="adj" fmla="val 9211"/>
            </a:avLst>
          </a:prstGeom>
          <a:solidFill>
            <a:srgbClr val="E6E9EE"/>
          </a:solidFill>
          <a:ln w="15240">
            <a:solidFill>
              <a:srgbClr val="D5DAE1"/>
            </a:solidFill>
            <a:prstDash val="solid"/>
          </a:ln>
        </p:spPr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E47CF9FC-8E09-45FA-A1F8-4D1C180EA7C0}"/>
              </a:ext>
            </a:extLst>
          </p:cNvPr>
          <p:cNvSpPr>
            <a:spLocks noGrp="1"/>
          </p:cNvSpPr>
          <p:nvPr/>
        </p:nvSpPr>
        <p:spPr>
          <a:xfrm>
            <a:off x="11991975" y="6134100"/>
            <a:ext cx="3105150" cy="304800"/>
          </a:xfrm>
          <a:prstGeom prst="roundRect">
            <a:avLst>
              <a:gd name="adj" fmla="val 15625"/>
            </a:avLst>
          </a:prstGeom>
          <a:solidFill>
            <a:srgbClr val="4E6076"/>
          </a:solidFill>
          <a:ln w="0">
            <a:noFill/>
          </a:ln>
        </p:spPr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355F642D-E462-44EE-8889-1ADE067A352E}"/>
              </a:ext>
            </a:extLst>
          </p:cNvPr>
          <p:cNvSpPr>
            <a:spLocks noGrp="1"/>
          </p:cNvSpPr>
          <p:nvPr/>
        </p:nvSpPr>
        <p:spPr>
          <a:xfrm>
            <a:off x="1028700" y="7023734"/>
            <a:ext cx="285750" cy="266700"/>
          </a:xfrm>
          <a:prstGeom prst="roundRect">
            <a:avLst>
              <a:gd name="adj" fmla="val 21429"/>
            </a:avLst>
          </a:prstGeom>
          <a:solidFill>
            <a:srgbClr val="DCEFFD"/>
          </a:solidFill>
          <a:ln w="23813">
            <a:solidFill>
              <a:srgbClr val="0081D9"/>
            </a:solidFill>
            <a:prstDash val="solid"/>
          </a:ln>
        </p:spPr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002C56A6-DFF9-4903-BAA1-9BBE17BF4027}"/>
              </a:ext>
            </a:extLst>
          </p:cNvPr>
          <p:cNvSpPr>
            <a:spLocks noGrp="1"/>
          </p:cNvSpPr>
          <p:nvPr/>
        </p:nvSpPr>
        <p:spPr>
          <a:xfrm>
            <a:off x="2828925" y="7020592"/>
            <a:ext cx="285750" cy="266700"/>
          </a:xfrm>
          <a:prstGeom prst="roundRect">
            <a:avLst>
              <a:gd name="adj" fmla="val 21429"/>
            </a:avLst>
          </a:prstGeom>
          <a:solidFill>
            <a:srgbClr val="E2F6F0"/>
          </a:solidFill>
          <a:ln w="23813">
            <a:solidFill>
              <a:srgbClr val="119B72"/>
            </a:solidFill>
            <a:prstDash val="solid"/>
          </a:ln>
        </p:spPr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A92EFB3E-FB6E-4FFB-B293-B8626FAE1869}"/>
              </a:ext>
            </a:extLst>
          </p:cNvPr>
          <p:cNvSpPr>
            <a:spLocks noGrp="1"/>
          </p:cNvSpPr>
          <p:nvPr/>
        </p:nvSpPr>
        <p:spPr>
          <a:xfrm>
            <a:off x="5167312" y="7020592"/>
            <a:ext cx="285750" cy="266700"/>
          </a:xfrm>
          <a:prstGeom prst="roundRect">
            <a:avLst>
              <a:gd name="adj" fmla="val 21429"/>
            </a:avLst>
          </a:prstGeom>
          <a:solidFill>
            <a:srgbClr val="E7E9EC"/>
          </a:solidFill>
          <a:ln w="23813">
            <a:solidFill>
              <a:srgbClr val="5A687D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7B3A07-05E9-4081-81EF-2F1136C3B666}"/>
              </a:ext>
            </a:extLst>
          </p:cNvPr>
          <p:cNvSpPr>
            <a:spLocks noGrp="1"/>
          </p:cNvSpPr>
          <p:nvPr/>
        </p:nvSpPr>
        <p:spPr>
          <a:xfrm>
            <a:off x="4076700" y="1956435"/>
            <a:ext cx="2762250" cy="16193"/>
          </a:xfrm>
          <a:prstGeom prst="rect">
            <a:avLst/>
          </a:prstGeom>
          <a:solidFill>
            <a:srgbClr val="C4E3FE"/>
          </a:solidFill>
          <a:ln w="0">
            <a:noFill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3B76831-2236-421F-856B-77891C3746DE}"/>
              </a:ext>
            </a:extLst>
          </p:cNvPr>
          <p:cNvSpPr>
            <a:spLocks noGrp="1"/>
          </p:cNvSpPr>
          <p:nvPr/>
        </p:nvSpPr>
        <p:spPr>
          <a:xfrm>
            <a:off x="1809750" y="5680710"/>
            <a:ext cx="4171950" cy="16193"/>
          </a:xfrm>
          <a:prstGeom prst="rect">
            <a:avLst/>
          </a:prstGeom>
          <a:solidFill>
            <a:srgbClr val="B4E3D8"/>
          </a:solidFill>
          <a:ln w="0">
            <a:noFill/>
          </a:ln>
        </p:spPr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779B7AEA-ED1A-4982-B50D-416D82B40FDF}"/>
              </a:ext>
            </a:extLst>
          </p:cNvPr>
          <p:cNvSpPr>
            <a:spLocks noGrp="1"/>
          </p:cNvSpPr>
          <p:nvPr/>
        </p:nvSpPr>
        <p:spPr>
          <a:xfrm>
            <a:off x="11015663" y="5105400"/>
            <a:ext cx="47625" cy="40005"/>
          </a:xfrm>
          <a:prstGeom prst="roundRect">
            <a:avLst>
              <a:gd name="adj" fmla="val 14286"/>
            </a:avLst>
          </a:prstGeom>
          <a:solidFill>
            <a:srgbClr val="76828F"/>
          </a:solidFill>
          <a:ln w="0">
            <a:noFill/>
          </a:ln>
        </p:spPr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2CF3C999-AA94-47A4-88B7-E2D6411E8AC2}"/>
              </a:ext>
            </a:extLst>
          </p:cNvPr>
          <p:cNvSpPr>
            <a:spLocks noGrp="1"/>
          </p:cNvSpPr>
          <p:nvPr/>
        </p:nvSpPr>
        <p:spPr>
          <a:xfrm>
            <a:off x="11124248" y="5105400"/>
            <a:ext cx="47625" cy="40005"/>
          </a:xfrm>
          <a:prstGeom prst="roundRect">
            <a:avLst>
              <a:gd name="adj" fmla="val 14286"/>
            </a:avLst>
          </a:prstGeom>
          <a:solidFill>
            <a:srgbClr val="76828F"/>
          </a:solidFill>
          <a:ln w="0">
            <a:noFill/>
          </a:ln>
        </p:spPr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38ED3E45-4F60-4ED2-84AF-CE1410AA9944}"/>
              </a:ext>
            </a:extLst>
          </p:cNvPr>
          <p:cNvSpPr>
            <a:spLocks noGrp="1"/>
          </p:cNvSpPr>
          <p:nvPr/>
        </p:nvSpPr>
        <p:spPr>
          <a:xfrm>
            <a:off x="11232833" y="5105400"/>
            <a:ext cx="47625" cy="40005"/>
          </a:xfrm>
          <a:prstGeom prst="roundRect">
            <a:avLst>
              <a:gd name="adj" fmla="val 14286"/>
            </a:avLst>
          </a:prstGeom>
          <a:solidFill>
            <a:srgbClr val="76828F"/>
          </a:solidFill>
          <a:ln w="0">
            <a:noFill/>
          </a:ln>
        </p:spPr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C4D51B70-E322-4F6A-85ED-4DC7115EB5AB}"/>
              </a:ext>
            </a:extLst>
          </p:cNvPr>
          <p:cNvSpPr>
            <a:spLocks noGrp="1"/>
          </p:cNvSpPr>
          <p:nvPr/>
        </p:nvSpPr>
        <p:spPr>
          <a:xfrm>
            <a:off x="11341418" y="5105400"/>
            <a:ext cx="47625" cy="40005"/>
          </a:xfrm>
          <a:prstGeom prst="roundRect">
            <a:avLst>
              <a:gd name="adj" fmla="val 14286"/>
            </a:avLst>
          </a:prstGeom>
          <a:solidFill>
            <a:srgbClr val="76828F"/>
          </a:solidFill>
          <a:ln w="0">
            <a:noFill/>
          </a:ln>
        </p:spPr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8E974B88-9581-42C4-B30D-7C7C3B38A7BA}"/>
              </a:ext>
            </a:extLst>
          </p:cNvPr>
          <p:cNvSpPr>
            <a:spLocks noGrp="1"/>
          </p:cNvSpPr>
          <p:nvPr/>
        </p:nvSpPr>
        <p:spPr>
          <a:xfrm>
            <a:off x="11450003" y="5105400"/>
            <a:ext cx="47625" cy="40005"/>
          </a:xfrm>
          <a:prstGeom prst="roundRect">
            <a:avLst>
              <a:gd name="adj" fmla="val 14286"/>
            </a:avLst>
          </a:prstGeom>
          <a:solidFill>
            <a:srgbClr val="76828F"/>
          </a:solidFill>
          <a:ln w="0">
            <a:noFill/>
          </a:ln>
        </p:spPr>
      </p:sp>
      <p:sp>
        <p:nvSpPr>
          <p:cNvPr id="43" name="任意形状 42">
            <a:extLst>
              <a:ext uri="{FF2B5EF4-FFF2-40B4-BE49-F238E27FC236}">
                <a16:creationId xmlns:a16="http://schemas.microsoft.com/office/drawing/2014/main" id="{7BF631AF-3DBD-4B93-93A5-B672F6AB28BA}"/>
              </a:ext>
            </a:extLst>
          </p:cNvPr>
          <p:cNvSpPr>
            <a:spLocks noGrp="1"/>
          </p:cNvSpPr>
          <p:nvPr/>
        </p:nvSpPr>
        <p:spPr>
          <a:xfrm>
            <a:off x="561975" y="1200150"/>
            <a:ext cx="590550" cy="504825"/>
          </a:xfrm>
          <a:custGeom>
            <a:avLst/>
            <a:gdLst/>
            <a:ahLst/>
            <a:cxnLst/>
            <a:rect l="0" t="0" r="0" b="0"/>
            <a:pathLst>
              <a:path w="590550" h="504825">
                <a:moveTo>
                  <a:pt x="266700" y="4763"/>
                </a:moveTo>
                <a:lnTo>
                  <a:pt x="285750" y="4763"/>
                </a:lnTo>
                <a:lnTo>
                  <a:pt x="295275" y="33338"/>
                </a:lnTo>
                <a:lnTo>
                  <a:pt x="361950" y="109538"/>
                </a:lnTo>
                <a:lnTo>
                  <a:pt x="390525" y="166688"/>
                </a:lnTo>
                <a:lnTo>
                  <a:pt x="400050" y="214313"/>
                </a:lnTo>
                <a:lnTo>
                  <a:pt x="414338" y="228600"/>
                </a:lnTo>
                <a:lnTo>
                  <a:pt x="471488" y="180975"/>
                </a:lnTo>
                <a:lnTo>
                  <a:pt x="590550" y="185738"/>
                </a:lnTo>
                <a:lnTo>
                  <a:pt x="590550" y="195263"/>
                </a:lnTo>
                <a:lnTo>
                  <a:pt x="523875" y="252413"/>
                </a:lnTo>
                <a:lnTo>
                  <a:pt x="504825" y="290513"/>
                </a:lnTo>
                <a:lnTo>
                  <a:pt x="495300" y="357188"/>
                </a:lnTo>
                <a:lnTo>
                  <a:pt x="466725" y="414338"/>
                </a:lnTo>
                <a:lnTo>
                  <a:pt x="385763" y="485775"/>
                </a:lnTo>
                <a:lnTo>
                  <a:pt x="328613" y="504825"/>
                </a:lnTo>
                <a:lnTo>
                  <a:pt x="223838" y="504825"/>
                </a:lnTo>
                <a:lnTo>
                  <a:pt x="180975" y="481013"/>
                </a:lnTo>
                <a:lnTo>
                  <a:pt x="214313" y="457200"/>
                </a:lnTo>
                <a:lnTo>
                  <a:pt x="252413" y="447675"/>
                </a:lnTo>
                <a:lnTo>
                  <a:pt x="295275" y="404813"/>
                </a:lnTo>
                <a:lnTo>
                  <a:pt x="295275" y="385763"/>
                </a:lnTo>
                <a:lnTo>
                  <a:pt x="252413" y="381000"/>
                </a:lnTo>
                <a:lnTo>
                  <a:pt x="166688" y="342900"/>
                </a:lnTo>
                <a:lnTo>
                  <a:pt x="114300" y="290513"/>
                </a:lnTo>
                <a:lnTo>
                  <a:pt x="114300" y="280988"/>
                </a:lnTo>
                <a:lnTo>
                  <a:pt x="142875" y="261938"/>
                </a:lnTo>
                <a:lnTo>
                  <a:pt x="109538" y="247650"/>
                </a:lnTo>
                <a:lnTo>
                  <a:pt x="76200" y="214313"/>
                </a:lnTo>
                <a:lnTo>
                  <a:pt x="66675" y="176213"/>
                </a:lnTo>
                <a:lnTo>
                  <a:pt x="95250" y="176213"/>
                </a:lnTo>
                <a:lnTo>
                  <a:pt x="28575" y="119063"/>
                </a:lnTo>
                <a:lnTo>
                  <a:pt x="0" y="71438"/>
                </a:lnTo>
                <a:lnTo>
                  <a:pt x="52388" y="66675"/>
                </a:lnTo>
                <a:lnTo>
                  <a:pt x="61913" y="76200"/>
                </a:lnTo>
                <a:lnTo>
                  <a:pt x="128588" y="85725"/>
                </a:lnTo>
                <a:lnTo>
                  <a:pt x="233363" y="142875"/>
                </a:lnTo>
                <a:lnTo>
                  <a:pt x="290513" y="200025"/>
                </a:lnTo>
                <a:lnTo>
                  <a:pt x="285750" y="176213"/>
                </a:lnTo>
                <a:lnTo>
                  <a:pt x="257175" y="138113"/>
                </a:lnTo>
                <a:lnTo>
                  <a:pt x="257175" y="90488"/>
                </a:lnTo>
                <a:lnTo>
                  <a:pt x="247650" y="80963"/>
                </a:lnTo>
                <a:close/>
              </a:path>
            </a:pathLst>
          </a:custGeom>
          <a:noFill/>
          <a:ln w="13335">
            <a:solidFill>
              <a:srgbClr val="D7E6F4"/>
            </a:solidFill>
            <a:prstDash val="solid"/>
          </a:ln>
        </p:spPr>
      </p:sp>
      <p:sp>
        <p:nvSpPr>
          <p:cNvPr id="44" name="任意形状 43">
            <a:extLst>
              <a:ext uri="{FF2B5EF4-FFF2-40B4-BE49-F238E27FC236}">
                <a16:creationId xmlns:a16="http://schemas.microsoft.com/office/drawing/2014/main" id="{F5777F8E-9891-4E28-A3F4-62E2EE8FA9CE}"/>
              </a:ext>
            </a:extLst>
          </p:cNvPr>
          <p:cNvSpPr>
            <a:spLocks noGrp="1"/>
          </p:cNvSpPr>
          <p:nvPr/>
        </p:nvSpPr>
        <p:spPr>
          <a:xfrm>
            <a:off x="514350" y="1114425"/>
            <a:ext cx="590550" cy="504825"/>
          </a:xfrm>
          <a:custGeom>
            <a:avLst/>
            <a:gdLst/>
            <a:ahLst/>
            <a:cxnLst/>
            <a:rect l="0" t="0" r="0" b="0"/>
            <a:pathLst>
              <a:path w="590550" h="504825">
                <a:moveTo>
                  <a:pt x="266700" y="4763"/>
                </a:moveTo>
                <a:lnTo>
                  <a:pt x="285750" y="4763"/>
                </a:lnTo>
                <a:lnTo>
                  <a:pt x="295275" y="33338"/>
                </a:lnTo>
                <a:lnTo>
                  <a:pt x="361950" y="109538"/>
                </a:lnTo>
                <a:lnTo>
                  <a:pt x="390525" y="166688"/>
                </a:lnTo>
                <a:lnTo>
                  <a:pt x="400050" y="214313"/>
                </a:lnTo>
                <a:lnTo>
                  <a:pt x="414338" y="228600"/>
                </a:lnTo>
                <a:lnTo>
                  <a:pt x="471488" y="180975"/>
                </a:lnTo>
                <a:lnTo>
                  <a:pt x="590550" y="185738"/>
                </a:lnTo>
                <a:lnTo>
                  <a:pt x="590550" y="195263"/>
                </a:lnTo>
                <a:lnTo>
                  <a:pt x="523875" y="252413"/>
                </a:lnTo>
                <a:lnTo>
                  <a:pt x="504825" y="290513"/>
                </a:lnTo>
                <a:lnTo>
                  <a:pt x="495300" y="357188"/>
                </a:lnTo>
                <a:lnTo>
                  <a:pt x="466725" y="414338"/>
                </a:lnTo>
                <a:lnTo>
                  <a:pt x="385763" y="485775"/>
                </a:lnTo>
                <a:lnTo>
                  <a:pt x="328613" y="504825"/>
                </a:lnTo>
                <a:lnTo>
                  <a:pt x="223838" y="504825"/>
                </a:lnTo>
                <a:lnTo>
                  <a:pt x="180975" y="481013"/>
                </a:lnTo>
                <a:lnTo>
                  <a:pt x="214313" y="457200"/>
                </a:lnTo>
                <a:lnTo>
                  <a:pt x="252413" y="447675"/>
                </a:lnTo>
                <a:lnTo>
                  <a:pt x="295275" y="404813"/>
                </a:lnTo>
                <a:lnTo>
                  <a:pt x="295275" y="385763"/>
                </a:lnTo>
                <a:lnTo>
                  <a:pt x="252413" y="381000"/>
                </a:lnTo>
                <a:lnTo>
                  <a:pt x="166688" y="342900"/>
                </a:lnTo>
                <a:lnTo>
                  <a:pt x="114300" y="290513"/>
                </a:lnTo>
                <a:lnTo>
                  <a:pt x="114300" y="280988"/>
                </a:lnTo>
                <a:lnTo>
                  <a:pt x="142875" y="261938"/>
                </a:lnTo>
                <a:lnTo>
                  <a:pt x="109538" y="247650"/>
                </a:lnTo>
                <a:lnTo>
                  <a:pt x="76200" y="214313"/>
                </a:lnTo>
                <a:lnTo>
                  <a:pt x="66675" y="176213"/>
                </a:lnTo>
                <a:lnTo>
                  <a:pt x="95250" y="176213"/>
                </a:lnTo>
                <a:lnTo>
                  <a:pt x="28575" y="119063"/>
                </a:lnTo>
                <a:lnTo>
                  <a:pt x="0" y="71438"/>
                </a:lnTo>
                <a:lnTo>
                  <a:pt x="52388" y="66675"/>
                </a:lnTo>
                <a:lnTo>
                  <a:pt x="61913" y="76200"/>
                </a:lnTo>
                <a:lnTo>
                  <a:pt x="128588" y="85725"/>
                </a:lnTo>
                <a:lnTo>
                  <a:pt x="233363" y="142875"/>
                </a:lnTo>
                <a:lnTo>
                  <a:pt x="290513" y="200025"/>
                </a:lnTo>
                <a:lnTo>
                  <a:pt x="285750" y="176213"/>
                </a:lnTo>
                <a:lnTo>
                  <a:pt x="257175" y="138113"/>
                </a:lnTo>
                <a:lnTo>
                  <a:pt x="257175" y="90488"/>
                </a:lnTo>
                <a:lnTo>
                  <a:pt x="247650" y="80963"/>
                </a:lnTo>
                <a:close/>
              </a:path>
            </a:pathLst>
          </a:custGeom>
          <a:solidFill>
            <a:srgbClr val="5CB531"/>
          </a:solidFill>
          <a:ln w="0">
            <a:noFill/>
          </a:ln>
        </p:spPr>
      </p:sp>
      <p:sp>
        <p:nvSpPr>
          <p:cNvPr id="45" name="任意形状 44">
            <a:extLst>
              <a:ext uri="{FF2B5EF4-FFF2-40B4-BE49-F238E27FC236}">
                <a16:creationId xmlns:a16="http://schemas.microsoft.com/office/drawing/2014/main" id="{0442679C-645E-45A8-AFF6-23DD201239B0}"/>
              </a:ext>
            </a:extLst>
          </p:cNvPr>
          <p:cNvSpPr>
            <a:spLocks noGrp="1"/>
          </p:cNvSpPr>
          <p:nvPr/>
        </p:nvSpPr>
        <p:spPr>
          <a:xfrm>
            <a:off x="542925" y="2324100"/>
            <a:ext cx="619125" cy="657225"/>
          </a:xfrm>
          <a:custGeom>
            <a:avLst/>
            <a:gdLst/>
            <a:ahLst/>
            <a:cxnLst/>
            <a:rect l="0" t="0" r="0" b="0"/>
            <a:pathLst>
              <a:path w="619125" h="657225">
                <a:moveTo>
                  <a:pt x="161925" y="4763"/>
                </a:moveTo>
                <a:lnTo>
                  <a:pt x="190500" y="4763"/>
                </a:lnTo>
                <a:lnTo>
                  <a:pt x="238125" y="157163"/>
                </a:lnTo>
                <a:lnTo>
                  <a:pt x="238125" y="328613"/>
                </a:lnTo>
                <a:lnTo>
                  <a:pt x="228600" y="338138"/>
                </a:lnTo>
                <a:lnTo>
                  <a:pt x="228600" y="366713"/>
                </a:lnTo>
                <a:lnTo>
                  <a:pt x="242888" y="371475"/>
                </a:lnTo>
                <a:lnTo>
                  <a:pt x="252413" y="361950"/>
                </a:lnTo>
                <a:lnTo>
                  <a:pt x="261938" y="371475"/>
                </a:lnTo>
                <a:lnTo>
                  <a:pt x="404813" y="381000"/>
                </a:lnTo>
                <a:lnTo>
                  <a:pt x="461963" y="400050"/>
                </a:lnTo>
                <a:lnTo>
                  <a:pt x="547688" y="447675"/>
                </a:lnTo>
                <a:lnTo>
                  <a:pt x="609600" y="519113"/>
                </a:lnTo>
                <a:lnTo>
                  <a:pt x="609600" y="547688"/>
                </a:lnTo>
                <a:lnTo>
                  <a:pt x="619125" y="557213"/>
                </a:lnTo>
                <a:lnTo>
                  <a:pt x="619125" y="614363"/>
                </a:lnTo>
                <a:lnTo>
                  <a:pt x="595313" y="647700"/>
                </a:lnTo>
                <a:lnTo>
                  <a:pt x="576263" y="657225"/>
                </a:lnTo>
                <a:lnTo>
                  <a:pt x="452438" y="657225"/>
                </a:lnTo>
                <a:lnTo>
                  <a:pt x="423863" y="647700"/>
                </a:lnTo>
                <a:lnTo>
                  <a:pt x="347663" y="600075"/>
                </a:lnTo>
                <a:lnTo>
                  <a:pt x="214313" y="466725"/>
                </a:lnTo>
                <a:lnTo>
                  <a:pt x="147638" y="438150"/>
                </a:lnTo>
                <a:lnTo>
                  <a:pt x="61913" y="438150"/>
                </a:lnTo>
                <a:lnTo>
                  <a:pt x="14288" y="476250"/>
                </a:lnTo>
                <a:lnTo>
                  <a:pt x="0" y="471488"/>
                </a:lnTo>
                <a:lnTo>
                  <a:pt x="14288" y="447675"/>
                </a:lnTo>
                <a:lnTo>
                  <a:pt x="52388" y="428625"/>
                </a:lnTo>
                <a:lnTo>
                  <a:pt x="90488" y="390525"/>
                </a:lnTo>
                <a:lnTo>
                  <a:pt x="138113" y="381000"/>
                </a:lnTo>
                <a:lnTo>
                  <a:pt x="152400" y="366713"/>
                </a:lnTo>
                <a:lnTo>
                  <a:pt x="123825" y="309563"/>
                </a:lnTo>
                <a:lnTo>
                  <a:pt x="114300" y="166688"/>
                </a:lnTo>
                <a:close/>
              </a:path>
            </a:pathLst>
          </a:custGeom>
          <a:noFill/>
          <a:ln w="13335">
            <a:solidFill>
              <a:srgbClr val="D7E6F4"/>
            </a:solidFill>
            <a:prstDash val="solid"/>
          </a:ln>
        </p:spPr>
      </p:sp>
      <p:sp>
        <p:nvSpPr>
          <p:cNvPr id="46" name="任意形状 45">
            <a:extLst>
              <a:ext uri="{FF2B5EF4-FFF2-40B4-BE49-F238E27FC236}">
                <a16:creationId xmlns:a16="http://schemas.microsoft.com/office/drawing/2014/main" id="{5FC4A4F4-303F-4ED2-B095-50311ED68EDF}"/>
              </a:ext>
            </a:extLst>
          </p:cNvPr>
          <p:cNvSpPr>
            <a:spLocks noGrp="1"/>
          </p:cNvSpPr>
          <p:nvPr/>
        </p:nvSpPr>
        <p:spPr>
          <a:xfrm>
            <a:off x="542925" y="2324100"/>
            <a:ext cx="619125" cy="657225"/>
          </a:xfrm>
          <a:custGeom>
            <a:avLst/>
            <a:gdLst/>
            <a:ahLst/>
            <a:cxnLst/>
            <a:rect l="0" t="0" r="0" b="0"/>
            <a:pathLst>
              <a:path w="619125" h="657225">
                <a:moveTo>
                  <a:pt x="438150" y="100013"/>
                </a:moveTo>
                <a:lnTo>
                  <a:pt x="533400" y="100013"/>
                </a:lnTo>
                <a:lnTo>
                  <a:pt x="514350" y="195263"/>
                </a:lnTo>
                <a:lnTo>
                  <a:pt x="476250" y="261938"/>
                </a:lnTo>
                <a:lnTo>
                  <a:pt x="404813" y="314325"/>
                </a:lnTo>
                <a:lnTo>
                  <a:pt x="328613" y="323850"/>
                </a:lnTo>
                <a:lnTo>
                  <a:pt x="261938" y="361950"/>
                </a:lnTo>
                <a:lnTo>
                  <a:pt x="257175" y="347663"/>
                </a:lnTo>
                <a:lnTo>
                  <a:pt x="295275" y="300038"/>
                </a:lnTo>
                <a:lnTo>
                  <a:pt x="295275" y="252413"/>
                </a:lnTo>
                <a:lnTo>
                  <a:pt x="323850" y="185738"/>
                </a:lnTo>
                <a:lnTo>
                  <a:pt x="385763" y="123825"/>
                </a:lnTo>
                <a:close/>
              </a:path>
            </a:pathLst>
          </a:custGeom>
          <a:noFill/>
          <a:ln w="13335">
            <a:solidFill>
              <a:srgbClr val="D7E6F4"/>
            </a:solidFill>
            <a:prstDash val="solid"/>
          </a:ln>
        </p:spPr>
      </p:sp>
      <p:sp>
        <p:nvSpPr>
          <p:cNvPr id="47" name="任意形状 46">
            <a:extLst>
              <a:ext uri="{FF2B5EF4-FFF2-40B4-BE49-F238E27FC236}">
                <a16:creationId xmlns:a16="http://schemas.microsoft.com/office/drawing/2014/main" id="{C9142B16-9DE4-4F63-9D5F-190F70B9CB53}"/>
              </a:ext>
            </a:extLst>
          </p:cNvPr>
          <p:cNvSpPr>
            <a:spLocks noGrp="1"/>
          </p:cNvSpPr>
          <p:nvPr/>
        </p:nvSpPr>
        <p:spPr>
          <a:xfrm>
            <a:off x="542925" y="2324100"/>
            <a:ext cx="619125" cy="657225"/>
          </a:xfrm>
          <a:custGeom>
            <a:avLst/>
            <a:gdLst/>
            <a:ahLst/>
            <a:cxnLst/>
            <a:rect l="0" t="0" r="0" b="0"/>
            <a:pathLst>
              <a:path w="619125" h="657225">
                <a:moveTo>
                  <a:pt x="85725" y="500063"/>
                </a:moveTo>
                <a:lnTo>
                  <a:pt x="100013" y="495300"/>
                </a:lnTo>
                <a:lnTo>
                  <a:pt x="114300" y="509588"/>
                </a:lnTo>
                <a:lnTo>
                  <a:pt x="114300" y="528638"/>
                </a:lnTo>
                <a:lnTo>
                  <a:pt x="100013" y="542925"/>
                </a:lnTo>
                <a:lnTo>
                  <a:pt x="76200" y="538163"/>
                </a:lnTo>
                <a:close/>
              </a:path>
            </a:pathLst>
          </a:custGeom>
          <a:noFill/>
          <a:ln w="13335">
            <a:solidFill>
              <a:srgbClr val="D7E6F4"/>
            </a:solidFill>
            <a:prstDash val="solid"/>
          </a:ln>
        </p:spPr>
      </p:sp>
      <p:sp>
        <p:nvSpPr>
          <p:cNvPr id="48" name="任意形状 47">
            <a:extLst>
              <a:ext uri="{FF2B5EF4-FFF2-40B4-BE49-F238E27FC236}">
                <a16:creationId xmlns:a16="http://schemas.microsoft.com/office/drawing/2014/main" id="{79F50B01-E183-43ED-8A39-F3DBB46FDD9F}"/>
              </a:ext>
            </a:extLst>
          </p:cNvPr>
          <p:cNvSpPr>
            <a:spLocks noGrp="1"/>
          </p:cNvSpPr>
          <p:nvPr/>
        </p:nvSpPr>
        <p:spPr>
          <a:xfrm>
            <a:off x="533400" y="2190750"/>
            <a:ext cx="619125" cy="657225"/>
          </a:xfrm>
          <a:custGeom>
            <a:avLst/>
            <a:gdLst/>
            <a:ahLst/>
            <a:cxnLst/>
            <a:rect l="0" t="0" r="0" b="0"/>
            <a:pathLst>
              <a:path w="619125" h="657225">
                <a:moveTo>
                  <a:pt x="161925" y="4763"/>
                </a:moveTo>
                <a:lnTo>
                  <a:pt x="190500" y="4763"/>
                </a:lnTo>
                <a:lnTo>
                  <a:pt x="238125" y="157163"/>
                </a:lnTo>
                <a:lnTo>
                  <a:pt x="238125" y="328613"/>
                </a:lnTo>
                <a:lnTo>
                  <a:pt x="228600" y="338138"/>
                </a:lnTo>
                <a:lnTo>
                  <a:pt x="228600" y="366713"/>
                </a:lnTo>
                <a:lnTo>
                  <a:pt x="242888" y="371475"/>
                </a:lnTo>
                <a:lnTo>
                  <a:pt x="252413" y="361950"/>
                </a:lnTo>
                <a:lnTo>
                  <a:pt x="261938" y="371475"/>
                </a:lnTo>
                <a:lnTo>
                  <a:pt x="404813" y="381000"/>
                </a:lnTo>
                <a:lnTo>
                  <a:pt x="461963" y="400050"/>
                </a:lnTo>
                <a:lnTo>
                  <a:pt x="547688" y="447675"/>
                </a:lnTo>
                <a:lnTo>
                  <a:pt x="609600" y="519113"/>
                </a:lnTo>
                <a:lnTo>
                  <a:pt x="609600" y="547688"/>
                </a:lnTo>
                <a:lnTo>
                  <a:pt x="619125" y="557213"/>
                </a:lnTo>
                <a:lnTo>
                  <a:pt x="619125" y="614363"/>
                </a:lnTo>
                <a:lnTo>
                  <a:pt x="595313" y="647700"/>
                </a:lnTo>
                <a:lnTo>
                  <a:pt x="576263" y="657225"/>
                </a:lnTo>
                <a:lnTo>
                  <a:pt x="452438" y="657225"/>
                </a:lnTo>
                <a:lnTo>
                  <a:pt x="423863" y="647700"/>
                </a:lnTo>
                <a:lnTo>
                  <a:pt x="347663" y="600075"/>
                </a:lnTo>
                <a:lnTo>
                  <a:pt x="214313" y="466725"/>
                </a:lnTo>
                <a:lnTo>
                  <a:pt x="147638" y="438150"/>
                </a:lnTo>
                <a:lnTo>
                  <a:pt x="61913" y="438150"/>
                </a:lnTo>
                <a:lnTo>
                  <a:pt x="14288" y="476250"/>
                </a:lnTo>
                <a:lnTo>
                  <a:pt x="0" y="471488"/>
                </a:lnTo>
                <a:lnTo>
                  <a:pt x="14288" y="447675"/>
                </a:lnTo>
                <a:lnTo>
                  <a:pt x="52388" y="428625"/>
                </a:lnTo>
                <a:lnTo>
                  <a:pt x="90488" y="390525"/>
                </a:lnTo>
                <a:lnTo>
                  <a:pt x="138113" y="381000"/>
                </a:lnTo>
                <a:lnTo>
                  <a:pt x="152400" y="366713"/>
                </a:lnTo>
                <a:lnTo>
                  <a:pt x="123825" y="309563"/>
                </a:lnTo>
                <a:lnTo>
                  <a:pt x="114300" y="166688"/>
                </a:lnTo>
                <a:close/>
              </a:path>
            </a:pathLst>
          </a:custGeom>
          <a:solidFill>
            <a:srgbClr val="4CA83C"/>
          </a:solidFill>
          <a:ln w="0">
            <a:noFill/>
          </a:ln>
        </p:spPr>
      </p:sp>
      <p:sp>
        <p:nvSpPr>
          <p:cNvPr id="49" name="任意形状 48">
            <a:extLst>
              <a:ext uri="{FF2B5EF4-FFF2-40B4-BE49-F238E27FC236}">
                <a16:creationId xmlns:a16="http://schemas.microsoft.com/office/drawing/2014/main" id="{A774DC0D-D319-4058-918F-4FC4918A1553}"/>
              </a:ext>
            </a:extLst>
          </p:cNvPr>
          <p:cNvSpPr>
            <a:spLocks noGrp="1"/>
          </p:cNvSpPr>
          <p:nvPr/>
        </p:nvSpPr>
        <p:spPr>
          <a:xfrm>
            <a:off x="533400" y="2190750"/>
            <a:ext cx="619125" cy="657225"/>
          </a:xfrm>
          <a:custGeom>
            <a:avLst/>
            <a:gdLst/>
            <a:ahLst/>
            <a:cxnLst/>
            <a:rect l="0" t="0" r="0" b="0"/>
            <a:pathLst>
              <a:path w="619125" h="657225">
                <a:moveTo>
                  <a:pt x="438150" y="100013"/>
                </a:moveTo>
                <a:lnTo>
                  <a:pt x="533400" y="100013"/>
                </a:lnTo>
                <a:lnTo>
                  <a:pt x="514350" y="195263"/>
                </a:lnTo>
                <a:lnTo>
                  <a:pt x="476250" y="261938"/>
                </a:lnTo>
                <a:lnTo>
                  <a:pt x="404813" y="314325"/>
                </a:lnTo>
                <a:lnTo>
                  <a:pt x="328613" y="323850"/>
                </a:lnTo>
                <a:lnTo>
                  <a:pt x="261938" y="361950"/>
                </a:lnTo>
                <a:lnTo>
                  <a:pt x="257175" y="347663"/>
                </a:lnTo>
                <a:lnTo>
                  <a:pt x="295275" y="300038"/>
                </a:lnTo>
                <a:lnTo>
                  <a:pt x="295275" y="252413"/>
                </a:lnTo>
                <a:lnTo>
                  <a:pt x="323850" y="185738"/>
                </a:lnTo>
                <a:lnTo>
                  <a:pt x="385763" y="123825"/>
                </a:lnTo>
                <a:close/>
              </a:path>
            </a:pathLst>
          </a:custGeom>
          <a:solidFill>
            <a:srgbClr val="4CA83C"/>
          </a:solidFill>
          <a:ln w="0">
            <a:noFill/>
          </a:ln>
        </p:spPr>
      </p:sp>
      <p:sp>
        <p:nvSpPr>
          <p:cNvPr id="50" name="任意形状 49">
            <a:extLst>
              <a:ext uri="{FF2B5EF4-FFF2-40B4-BE49-F238E27FC236}">
                <a16:creationId xmlns:a16="http://schemas.microsoft.com/office/drawing/2014/main" id="{F5548453-0B9D-4EB6-9EA4-413FA60A5600}"/>
              </a:ext>
            </a:extLst>
          </p:cNvPr>
          <p:cNvSpPr>
            <a:spLocks noGrp="1"/>
          </p:cNvSpPr>
          <p:nvPr/>
        </p:nvSpPr>
        <p:spPr>
          <a:xfrm>
            <a:off x="533400" y="2190750"/>
            <a:ext cx="619125" cy="657225"/>
          </a:xfrm>
          <a:custGeom>
            <a:avLst/>
            <a:gdLst/>
            <a:ahLst/>
            <a:cxnLst/>
            <a:rect l="0" t="0" r="0" b="0"/>
            <a:pathLst>
              <a:path w="619125" h="657225">
                <a:moveTo>
                  <a:pt x="85725" y="500063"/>
                </a:moveTo>
                <a:lnTo>
                  <a:pt x="100013" y="495300"/>
                </a:lnTo>
                <a:lnTo>
                  <a:pt x="114300" y="509588"/>
                </a:lnTo>
                <a:lnTo>
                  <a:pt x="114300" y="528638"/>
                </a:lnTo>
                <a:lnTo>
                  <a:pt x="100013" y="542925"/>
                </a:lnTo>
                <a:lnTo>
                  <a:pt x="76200" y="538163"/>
                </a:lnTo>
                <a:close/>
              </a:path>
            </a:pathLst>
          </a:custGeom>
          <a:solidFill>
            <a:srgbClr val="4CA83C"/>
          </a:solidFill>
          <a:ln w="0">
            <a:noFill/>
          </a:ln>
        </p:spPr>
      </p:sp>
      <p:sp>
        <p:nvSpPr>
          <p:cNvPr id="51" name="任意形状 50">
            <a:extLst>
              <a:ext uri="{FF2B5EF4-FFF2-40B4-BE49-F238E27FC236}">
                <a16:creationId xmlns:a16="http://schemas.microsoft.com/office/drawing/2014/main" id="{08F5A9D4-CAD7-48AA-BDF3-5C5380B18460}"/>
              </a:ext>
            </a:extLst>
          </p:cNvPr>
          <p:cNvSpPr>
            <a:spLocks noGrp="1"/>
          </p:cNvSpPr>
          <p:nvPr/>
        </p:nvSpPr>
        <p:spPr>
          <a:xfrm>
            <a:off x="4181475" y="1200150"/>
            <a:ext cx="381000" cy="533400"/>
          </a:xfrm>
          <a:custGeom>
            <a:avLst/>
            <a:gdLst/>
            <a:ahLst/>
            <a:cxnLst/>
            <a:rect l="0" t="0" r="0" b="0"/>
            <a:pathLst>
              <a:path w="381000" h="533400">
                <a:moveTo>
                  <a:pt x="323850" y="4763"/>
                </a:moveTo>
                <a:lnTo>
                  <a:pt x="352425" y="4763"/>
                </a:lnTo>
                <a:lnTo>
                  <a:pt x="352425" y="52388"/>
                </a:lnTo>
                <a:lnTo>
                  <a:pt x="361950" y="61913"/>
                </a:lnTo>
                <a:lnTo>
                  <a:pt x="352425" y="157163"/>
                </a:lnTo>
                <a:lnTo>
                  <a:pt x="300038" y="228600"/>
                </a:lnTo>
                <a:lnTo>
                  <a:pt x="252413" y="247650"/>
                </a:lnTo>
                <a:lnTo>
                  <a:pt x="223838" y="247650"/>
                </a:lnTo>
                <a:lnTo>
                  <a:pt x="214313" y="238125"/>
                </a:lnTo>
                <a:lnTo>
                  <a:pt x="200025" y="252413"/>
                </a:lnTo>
                <a:lnTo>
                  <a:pt x="180975" y="300038"/>
                </a:lnTo>
                <a:lnTo>
                  <a:pt x="180975" y="376238"/>
                </a:lnTo>
                <a:lnTo>
                  <a:pt x="185738" y="381000"/>
                </a:lnTo>
                <a:lnTo>
                  <a:pt x="200025" y="366713"/>
                </a:lnTo>
                <a:lnTo>
                  <a:pt x="200025" y="347663"/>
                </a:lnTo>
                <a:lnTo>
                  <a:pt x="271463" y="285750"/>
                </a:lnTo>
                <a:lnTo>
                  <a:pt x="300038" y="276225"/>
                </a:lnTo>
                <a:lnTo>
                  <a:pt x="376238" y="276225"/>
                </a:lnTo>
                <a:lnTo>
                  <a:pt x="381000" y="338138"/>
                </a:lnTo>
                <a:lnTo>
                  <a:pt x="371475" y="347663"/>
                </a:lnTo>
                <a:lnTo>
                  <a:pt x="371475" y="376238"/>
                </a:lnTo>
                <a:lnTo>
                  <a:pt x="361950" y="395288"/>
                </a:lnTo>
                <a:lnTo>
                  <a:pt x="290513" y="457200"/>
                </a:lnTo>
                <a:lnTo>
                  <a:pt x="261938" y="457200"/>
                </a:lnTo>
                <a:lnTo>
                  <a:pt x="252413" y="466725"/>
                </a:lnTo>
                <a:lnTo>
                  <a:pt x="242888" y="457200"/>
                </a:lnTo>
                <a:lnTo>
                  <a:pt x="204788" y="457200"/>
                </a:lnTo>
                <a:lnTo>
                  <a:pt x="195263" y="533400"/>
                </a:lnTo>
                <a:lnTo>
                  <a:pt x="176213" y="533400"/>
                </a:lnTo>
                <a:lnTo>
                  <a:pt x="157163" y="514350"/>
                </a:lnTo>
                <a:lnTo>
                  <a:pt x="138113" y="523875"/>
                </a:lnTo>
                <a:lnTo>
                  <a:pt x="80963" y="523875"/>
                </a:lnTo>
                <a:lnTo>
                  <a:pt x="38100" y="490538"/>
                </a:lnTo>
                <a:lnTo>
                  <a:pt x="9525" y="433388"/>
                </a:lnTo>
                <a:lnTo>
                  <a:pt x="9525" y="414338"/>
                </a:lnTo>
                <a:lnTo>
                  <a:pt x="90488" y="409575"/>
                </a:lnTo>
                <a:lnTo>
                  <a:pt x="119063" y="419100"/>
                </a:lnTo>
                <a:lnTo>
                  <a:pt x="166688" y="476250"/>
                </a:lnTo>
                <a:lnTo>
                  <a:pt x="171450" y="423863"/>
                </a:lnTo>
                <a:lnTo>
                  <a:pt x="147638" y="352425"/>
                </a:lnTo>
                <a:lnTo>
                  <a:pt x="90488" y="352425"/>
                </a:lnTo>
                <a:lnTo>
                  <a:pt x="19050" y="290513"/>
                </a:lnTo>
                <a:lnTo>
                  <a:pt x="0" y="223838"/>
                </a:lnTo>
                <a:lnTo>
                  <a:pt x="0" y="166688"/>
                </a:lnTo>
                <a:lnTo>
                  <a:pt x="14288" y="152400"/>
                </a:lnTo>
                <a:lnTo>
                  <a:pt x="119063" y="190500"/>
                </a:lnTo>
                <a:lnTo>
                  <a:pt x="161925" y="233363"/>
                </a:lnTo>
                <a:lnTo>
                  <a:pt x="161925" y="252413"/>
                </a:lnTo>
                <a:lnTo>
                  <a:pt x="176213" y="257175"/>
                </a:lnTo>
                <a:lnTo>
                  <a:pt x="180975" y="214313"/>
                </a:lnTo>
                <a:lnTo>
                  <a:pt x="161925" y="176213"/>
                </a:lnTo>
                <a:lnTo>
                  <a:pt x="161925" y="138113"/>
                </a:lnTo>
                <a:lnTo>
                  <a:pt x="190500" y="80963"/>
                </a:lnTo>
                <a:lnTo>
                  <a:pt x="242888" y="38100"/>
                </a:lnTo>
                <a:close/>
              </a:path>
            </a:pathLst>
          </a:custGeom>
          <a:solidFill>
            <a:srgbClr val="0A4483"/>
          </a:solidFill>
          <a:ln w="0">
            <a:noFill/>
          </a:ln>
        </p:spPr>
      </p:sp>
      <p:sp>
        <p:nvSpPr>
          <p:cNvPr id="52" name="任意形状 51">
            <a:extLst>
              <a:ext uri="{FF2B5EF4-FFF2-40B4-BE49-F238E27FC236}">
                <a16:creationId xmlns:a16="http://schemas.microsoft.com/office/drawing/2014/main" id="{C2C7523A-47D8-4917-99A1-A6D61E1121C3}"/>
              </a:ext>
            </a:extLst>
          </p:cNvPr>
          <p:cNvSpPr>
            <a:spLocks noGrp="1"/>
          </p:cNvSpPr>
          <p:nvPr/>
        </p:nvSpPr>
        <p:spPr>
          <a:xfrm>
            <a:off x="4181475" y="1200150"/>
            <a:ext cx="381000" cy="533400"/>
          </a:xfrm>
          <a:custGeom>
            <a:avLst/>
            <a:gdLst/>
            <a:ahLst/>
            <a:cxnLst/>
            <a:rect l="0" t="0" r="0" b="0"/>
            <a:pathLst>
              <a:path w="381000" h="533400">
                <a:moveTo>
                  <a:pt x="257175" y="119063"/>
                </a:moveTo>
                <a:lnTo>
                  <a:pt x="261938" y="114300"/>
                </a:lnTo>
                <a:lnTo>
                  <a:pt x="266700" y="128588"/>
                </a:lnTo>
                <a:lnTo>
                  <a:pt x="214313" y="209550"/>
                </a:lnTo>
                <a:lnTo>
                  <a:pt x="209550" y="176213"/>
                </a:lnTo>
                <a:close/>
              </a:path>
            </a:pathLst>
          </a:custGeom>
          <a:solidFill>
            <a:srgbClr val="F6FBFE"/>
          </a:solidFill>
          <a:ln w="0">
            <a:noFill/>
          </a:ln>
        </p:spPr>
      </p:sp>
      <p:sp>
        <p:nvSpPr>
          <p:cNvPr id="53" name="任意形状 52">
            <a:extLst>
              <a:ext uri="{FF2B5EF4-FFF2-40B4-BE49-F238E27FC236}">
                <a16:creationId xmlns:a16="http://schemas.microsoft.com/office/drawing/2014/main" id="{ED20F8A1-FC46-4185-8104-198A6E4C82B9}"/>
              </a:ext>
            </a:extLst>
          </p:cNvPr>
          <p:cNvSpPr>
            <a:spLocks noGrp="1"/>
          </p:cNvSpPr>
          <p:nvPr/>
        </p:nvSpPr>
        <p:spPr>
          <a:xfrm>
            <a:off x="4181475" y="1200150"/>
            <a:ext cx="381000" cy="533400"/>
          </a:xfrm>
          <a:custGeom>
            <a:avLst/>
            <a:gdLst/>
            <a:ahLst/>
            <a:cxnLst/>
            <a:rect l="0" t="0" r="0" b="0"/>
            <a:pathLst>
              <a:path w="381000" h="533400">
                <a:moveTo>
                  <a:pt x="85725" y="252413"/>
                </a:moveTo>
                <a:lnTo>
                  <a:pt x="90488" y="247650"/>
                </a:lnTo>
                <a:lnTo>
                  <a:pt x="152400" y="309563"/>
                </a:lnTo>
                <a:lnTo>
                  <a:pt x="147638" y="323850"/>
                </a:lnTo>
                <a:close/>
              </a:path>
            </a:pathLst>
          </a:custGeom>
          <a:solidFill>
            <a:srgbClr val="F6FBFE"/>
          </a:solidFill>
          <a:ln w="0">
            <a:noFill/>
          </a:ln>
        </p:spPr>
      </p:sp>
      <p:sp>
        <p:nvSpPr>
          <p:cNvPr id="54" name="任意形状 53">
            <a:extLst>
              <a:ext uri="{FF2B5EF4-FFF2-40B4-BE49-F238E27FC236}">
                <a16:creationId xmlns:a16="http://schemas.microsoft.com/office/drawing/2014/main" id="{7698C756-FD8E-48FA-A731-C93BC25ED17B}"/>
              </a:ext>
            </a:extLst>
          </p:cNvPr>
          <p:cNvSpPr>
            <a:spLocks noGrp="1"/>
          </p:cNvSpPr>
          <p:nvPr/>
        </p:nvSpPr>
        <p:spPr>
          <a:xfrm>
            <a:off x="4191000" y="2181225"/>
            <a:ext cx="400050" cy="561975"/>
          </a:xfrm>
          <a:custGeom>
            <a:avLst/>
            <a:gdLst/>
            <a:ahLst/>
            <a:cxnLst/>
            <a:rect l="0" t="0" r="0" b="0"/>
            <a:pathLst>
              <a:path w="400050" h="561975">
                <a:moveTo>
                  <a:pt x="180975" y="4763"/>
                </a:moveTo>
                <a:lnTo>
                  <a:pt x="233363" y="0"/>
                </a:lnTo>
                <a:lnTo>
                  <a:pt x="266700" y="23813"/>
                </a:lnTo>
                <a:lnTo>
                  <a:pt x="285750" y="61913"/>
                </a:lnTo>
                <a:lnTo>
                  <a:pt x="285750" y="90488"/>
                </a:lnTo>
                <a:lnTo>
                  <a:pt x="266700" y="138113"/>
                </a:lnTo>
                <a:lnTo>
                  <a:pt x="309563" y="190500"/>
                </a:lnTo>
                <a:lnTo>
                  <a:pt x="319088" y="180975"/>
                </a:lnTo>
                <a:lnTo>
                  <a:pt x="366713" y="190500"/>
                </a:lnTo>
                <a:lnTo>
                  <a:pt x="400050" y="223838"/>
                </a:lnTo>
                <a:lnTo>
                  <a:pt x="400050" y="290513"/>
                </a:lnTo>
                <a:lnTo>
                  <a:pt x="366713" y="323850"/>
                </a:lnTo>
                <a:lnTo>
                  <a:pt x="338138" y="323850"/>
                </a:lnTo>
                <a:lnTo>
                  <a:pt x="323850" y="338138"/>
                </a:lnTo>
                <a:lnTo>
                  <a:pt x="352425" y="376238"/>
                </a:lnTo>
                <a:lnTo>
                  <a:pt x="352425" y="414338"/>
                </a:lnTo>
                <a:lnTo>
                  <a:pt x="319088" y="447675"/>
                </a:lnTo>
                <a:lnTo>
                  <a:pt x="271463" y="447675"/>
                </a:lnTo>
                <a:lnTo>
                  <a:pt x="252413" y="428625"/>
                </a:lnTo>
                <a:lnTo>
                  <a:pt x="233363" y="428625"/>
                </a:lnTo>
                <a:lnTo>
                  <a:pt x="152400" y="471488"/>
                </a:lnTo>
                <a:lnTo>
                  <a:pt x="152400" y="509588"/>
                </a:lnTo>
                <a:lnTo>
                  <a:pt x="109538" y="561975"/>
                </a:lnTo>
                <a:lnTo>
                  <a:pt x="42863" y="561975"/>
                </a:lnTo>
                <a:lnTo>
                  <a:pt x="0" y="519113"/>
                </a:lnTo>
                <a:lnTo>
                  <a:pt x="0" y="461963"/>
                </a:lnTo>
                <a:lnTo>
                  <a:pt x="9525" y="442913"/>
                </a:lnTo>
                <a:lnTo>
                  <a:pt x="66675" y="395288"/>
                </a:lnTo>
                <a:lnTo>
                  <a:pt x="66675" y="338138"/>
                </a:lnTo>
                <a:lnTo>
                  <a:pt x="9525" y="290513"/>
                </a:lnTo>
                <a:lnTo>
                  <a:pt x="9525" y="223838"/>
                </a:lnTo>
                <a:lnTo>
                  <a:pt x="42863" y="190500"/>
                </a:lnTo>
                <a:lnTo>
                  <a:pt x="71438" y="180975"/>
                </a:lnTo>
                <a:lnTo>
                  <a:pt x="109538" y="190500"/>
                </a:lnTo>
                <a:lnTo>
                  <a:pt x="152400" y="138113"/>
                </a:lnTo>
                <a:lnTo>
                  <a:pt x="133350" y="109538"/>
                </a:lnTo>
                <a:lnTo>
                  <a:pt x="133350" y="52388"/>
                </a:lnTo>
                <a:lnTo>
                  <a:pt x="142875" y="33338"/>
                </a:lnTo>
                <a:close/>
              </a:path>
            </a:pathLst>
          </a:custGeom>
          <a:solidFill>
            <a:srgbClr val="0A4483"/>
          </a:solidFill>
          <a:ln w="0">
            <a:noFill/>
          </a:ln>
        </p:spPr>
      </p:sp>
      <p:sp>
        <p:nvSpPr>
          <p:cNvPr id="55" name="任意形状 54">
            <a:extLst>
              <a:ext uri="{FF2B5EF4-FFF2-40B4-BE49-F238E27FC236}">
                <a16:creationId xmlns:a16="http://schemas.microsoft.com/office/drawing/2014/main" id="{A9B63D61-3071-4D40-B4FD-4F1C2B381F55}"/>
              </a:ext>
            </a:extLst>
          </p:cNvPr>
          <p:cNvSpPr>
            <a:spLocks noGrp="1"/>
          </p:cNvSpPr>
          <p:nvPr/>
        </p:nvSpPr>
        <p:spPr>
          <a:xfrm>
            <a:off x="4191000" y="2181225"/>
            <a:ext cx="400050" cy="561975"/>
          </a:xfrm>
          <a:custGeom>
            <a:avLst/>
            <a:gdLst/>
            <a:ahLst/>
            <a:cxnLst/>
            <a:rect l="0" t="0" r="0" b="0"/>
            <a:pathLst>
              <a:path w="400050" h="561975">
                <a:moveTo>
                  <a:pt x="190500" y="42863"/>
                </a:moveTo>
                <a:lnTo>
                  <a:pt x="214313" y="38100"/>
                </a:lnTo>
                <a:lnTo>
                  <a:pt x="233363" y="47625"/>
                </a:lnTo>
                <a:lnTo>
                  <a:pt x="247650" y="71438"/>
                </a:lnTo>
                <a:lnTo>
                  <a:pt x="223838" y="114300"/>
                </a:lnTo>
                <a:lnTo>
                  <a:pt x="195263" y="114300"/>
                </a:lnTo>
                <a:lnTo>
                  <a:pt x="171450" y="90488"/>
                </a:lnTo>
                <a:lnTo>
                  <a:pt x="171450" y="61913"/>
                </a:lnTo>
                <a:close/>
              </a:path>
            </a:pathLst>
          </a:custGeom>
          <a:solidFill>
            <a:srgbClr val="F6FBFE"/>
          </a:solidFill>
          <a:ln w="0">
            <a:noFill/>
          </a:ln>
        </p:spPr>
      </p:sp>
      <p:sp>
        <p:nvSpPr>
          <p:cNvPr id="56" name="任意形状 55">
            <a:extLst>
              <a:ext uri="{FF2B5EF4-FFF2-40B4-BE49-F238E27FC236}">
                <a16:creationId xmlns:a16="http://schemas.microsoft.com/office/drawing/2014/main" id="{5256A719-2F57-477C-AA85-35DB343C8CD8}"/>
              </a:ext>
            </a:extLst>
          </p:cNvPr>
          <p:cNvSpPr>
            <a:spLocks noGrp="1"/>
          </p:cNvSpPr>
          <p:nvPr/>
        </p:nvSpPr>
        <p:spPr>
          <a:xfrm>
            <a:off x="4191000" y="2181225"/>
            <a:ext cx="400050" cy="561975"/>
          </a:xfrm>
          <a:custGeom>
            <a:avLst/>
            <a:gdLst/>
            <a:ahLst/>
            <a:cxnLst/>
            <a:rect l="0" t="0" r="0" b="0"/>
            <a:pathLst>
              <a:path w="400050" h="561975">
                <a:moveTo>
                  <a:pt x="171450" y="157163"/>
                </a:moveTo>
                <a:lnTo>
                  <a:pt x="214313" y="161925"/>
                </a:lnTo>
                <a:lnTo>
                  <a:pt x="242888" y="152400"/>
                </a:lnTo>
                <a:lnTo>
                  <a:pt x="285750" y="204788"/>
                </a:lnTo>
                <a:lnTo>
                  <a:pt x="266700" y="233363"/>
                </a:lnTo>
                <a:lnTo>
                  <a:pt x="266700" y="280988"/>
                </a:lnTo>
                <a:lnTo>
                  <a:pt x="304800" y="338138"/>
                </a:lnTo>
                <a:lnTo>
                  <a:pt x="261938" y="352425"/>
                </a:lnTo>
                <a:lnTo>
                  <a:pt x="247650" y="366713"/>
                </a:lnTo>
                <a:lnTo>
                  <a:pt x="247650" y="395288"/>
                </a:lnTo>
                <a:lnTo>
                  <a:pt x="223838" y="419100"/>
                </a:lnTo>
                <a:lnTo>
                  <a:pt x="204788" y="419100"/>
                </a:lnTo>
                <a:lnTo>
                  <a:pt x="147638" y="447675"/>
                </a:lnTo>
                <a:lnTo>
                  <a:pt x="85725" y="395288"/>
                </a:lnTo>
                <a:lnTo>
                  <a:pt x="85725" y="328613"/>
                </a:lnTo>
                <a:lnTo>
                  <a:pt x="133350" y="300038"/>
                </a:lnTo>
                <a:lnTo>
                  <a:pt x="142875" y="280988"/>
                </a:lnTo>
                <a:lnTo>
                  <a:pt x="133350" y="195263"/>
                </a:lnTo>
                <a:close/>
              </a:path>
            </a:pathLst>
          </a:custGeom>
          <a:solidFill>
            <a:srgbClr val="F6FBFE"/>
          </a:solidFill>
          <a:ln w="0">
            <a:noFill/>
          </a:ln>
        </p:spPr>
      </p:sp>
      <p:sp>
        <p:nvSpPr>
          <p:cNvPr id="57" name="任意形状 56">
            <a:extLst>
              <a:ext uri="{FF2B5EF4-FFF2-40B4-BE49-F238E27FC236}">
                <a16:creationId xmlns:a16="http://schemas.microsoft.com/office/drawing/2014/main" id="{E8CF25E9-94AB-4AEA-AAC0-AF38E0BA4D5A}"/>
              </a:ext>
            </a:extLst>
          </p:cNvPr>
          <p:cNvSpPr>
            <a:spLocks noGrp="1"/>
          </p:cNvSpPr>
          <p:nvPr/>
        </p:nvSpPr>
        <p:spPr>
          <a:xfrm>
            <a:off x="4191000" y="2181225"/>
            <a:ext cx="400050" cy="561975"/>
          </a:xfrm>
          <a:custGeom>
            <a:avLst/>
            <a:gdLst/>
            <a:ahLst/>
            <a:cxnLst/>
            <a:rect l="0" t="0" r="0" b="0"/>
            <a:pathLst>
              <a:path w="400050" h="561975">
                <a:moveTo>
                  <a:pt x="66675" y="223838"/>
                </a:moveTo>
                <a:lnTo>
                  <a:pt x="80963" y="219075"/>
                </a:lnTo>
                <a:lnTo>
                  <a:pt x="114300" y="252413"/>
                </a:lnTo>
                <a:lnTo>
                  <a:pt x="90488" y="285750"/>
                </a:lnTo>
                <a:lnTo>
                  <a:pt x="61913" y="285750"/>
                </a:lnTo>
                <a:lnTo>
                  <a:pt x="47625" y="271463"/>
                </a:lnTo>
                <a:lnTo>
                  <a:pt x="47625" y="242888"/>
                </a:lnTo>
                <a:close/>
              </a:path>
            </a:pathLst>
          </a:custGeom>
          <a:solidFill>
            <a:srgbClr val="F6FBFE"/>
          </a:solidFill>
          <a:ln w="0">
            <a:noFill/>
          </a:ln>
        </p:spPr>
      </p:sp>
      <p:sp>
        <p:nvSpPr>
          <p:cNvPr id="58" name="任意形状 57">
            <a:extLst>
              <a:ext uri="{FF2B5EF4-FFF2-40B4-BE49-F238E27FC236}">
                <a16:creationId xmlns:a16="http://schemas.microsoft.com/office/drawing/2014/main" id="{63CCAF62-BB50-43B6-974A-2F2D6E099481}"/>
              </a:ext>
            </a:extLst>
          </p:cNvPr>
          <p:cNvSpPr>
            <a:spLocks noGrp="1"/>
          </p:cNvSpPr>
          <p:nvPr/>
        </p:nvSpPr>
        <p:spPr>
          <a:xfrm>
            <a:off x="4191000" y="2181225"/>
            <a:ext cx="400050" cy="561975"/>
          </a:xfrm>
          <a:custGeom>
            <a:avLst/>
            <a:gdLst/>
            <a:ahLst/>
            <a:cxnLst/>
            <a:rect l="0" t="0" r="0" b="0"/>
            <a:pathLst>
              <a:path w="400050" h="561975">
                <a:moveTo>
                  <a:pt x="323850" y="223838"/>
                </a:moveTo>
                <a:lnTo>
                  <a:pt x="338138" y="219075"/>
                </a:lnTo>
                <a:lnTo>
                  <a:pt x="361950" y="242888"/>
                </a:lnTo>
                <a:lnTo>
                  <a:pt x="361950" y="271463"/>
                </a:lnTo>
                <a:lnTo>
                  <a:pt x="347663" y="285750"/>
                </a:lnTo>
                <a:lnTo>
                  <a:pt x="319088" y="285750"/>
                </a:lnTo>
                <a:lnTo>
                  <a:pt x="304800" y="271463"/>
                </a:lnTo>
                <a:lnTo>
                  <a:pt x="304800" y="242888"/>
                </a:lnTo>
                <a:close/>
              </a:path>
            </a:pathLst>
          </a:custGeom>
          <a:solidFill>
            <a:srgbClr val="F6FBFE"/>
          </a:solidFill>
          <a:ln w="0">
            <a:noFill/>
          </a:ln>
        </p:spPr>
      </p:sp>
      <p:sp>
        <p:nvSpPr>
          <p:cNvPr id="59" name="任意形状 58">
            <a:extLst>
              <a:ext uri="{FF2B5EF4-FFF2-40B4-BE49-F238E27FC236}">
                <a16:creationId xmlns:a16="http://schemas.microsoft.com/office/drawing/2014/main" id="{0DCAACC4-9AE9-4CD8-B0EE-D282A7E443AA}"/>
              </a:ext>
            </a:extLst>
          </p:cNvPr>
          <p:cNvSpPr>
            <a:spLocks noGrp="1"/>
          </p:cNvSpPr>
          <p:nvPr/>
        </p:nvSpPr>
        <p:spPr>
          <a:xfrm>
            <a:off x="4191000" y="2181225"/>
            <a:ext cx="400050" cy="561975"/>
          </a:xfrm>
          <a:custGeom>
            <a:avLst/>
            <a:gdLst/>
            <a:ahLst/>
            <a:cxnLst/>
            <a:rect l="0" t="0" r="0" b="0"/>
            <a:pathLst>
              <a:path w="400050" h="561975">
                <a:moveTo>
                  <a:pt x="57150" y="452438"/>
                </a:moveTo>
                <a:lnTo>
                  <a:pt x="90488" y="447675"/>
                </a:lnTo>
                <a:lnTo>
                  <a:pt x="114300" y="471488"/>
                </a:lnTo>
                <a:lnTo>
                  <a:pt x="114300" y="500063"/>
                </a:lnTo>
                <a:lnTo>
                  <a:pt x="90488" y="523875"/>
                </a:lnTo>
                <a:lnTo>
                  <a:pt x="61913" y="523875"/>
                </a:lnTo>
                <a:lnTo>
                  <a:pt x="38100" y="500063"/>
                </a:lnTo>
                <a:lnTo>
                  <a:pt x="38100" y="471488"/>
                </a:lnTo>
                <a:close/>
              </a:path>
            </a:pathLst>
          </a:custGeom>
          <a:solidFill>
            <a:srgbClr val="F6FBFE"/>
          </a:solidFill>
          <a:ln w="0">
            <a:noFill/>
          </a:ln>
        </p:spPr>
      </p:sp>
      <p:sp>
        <p:nvSpPr>
          <p:cNvPr id="60" name="任意形状 59">
            <a:extLst>
              <a:ext uri="{FF2B5EF4-FFF2-40B4-BE49-F238E27FC236}">
                <a16:creationId xmlns:a16="http://schemas.microsoft.com/office/drawing/2014/main" id="{1F6999C8-310B-4B78-8876-33619B883189}"/>
              </a:ext>
            </a:extLst>
          </p:cNvPr>
          <p:cNvSpPr>
            <a:spLocks noGrp="1"/>
          </p:cNvSpPr>
          <p:nvPr/>
        </p:nvSpPr>
        <p:spPr>
          <a:xfrm>
            <a:off x="8086725" y="1133475"/>
            <a:ext cx="666750" cy="571500"/>
          </a:xfrm>
          <a:custGeom>
            <a:avLst/>
            <a:gdLst/>
            <a:ahLst/>
            <a:cxnLst/>
            <a:rect l="0" t="0" r="0" b="0"/>
            <a:pathLst>
              <a:path w="666750" h="571500">
                <a:moveTo>
                  <a:pt x="38100" y="4763"/>
                </a:moveTo>
                <a:lnTo>
                  <a:pt x="528638" y="0"/>
                </a:lnTo>
                <a:lnTo>
                  <a:pt x="547688" y="9525"/>
                </a:lnTo>
                <a:lnTo>
                  <a:pt x="571500" y="33338"/>
                </a:lnTo>
                <a:lnTo>
                  <a:pt x="571500" y="80963"/>
                </a:lnTo>
                <a:lnTo>
                  <a:pt x="585788" y="95250"/>
                </a:lnTo>
                <a:lnTo>
                  <a:pt x="642938" y="95250"/>
                </a:lnTo>
                <a:lnTo>
                  <a:pt x="666750" y="119063"/>
                </a:lnTo>
                <a:lnTo>
                  <a:pt x="666750" y="547688"/>
                </a:lnTo>
                <a:lnTo>
                  <a:pt x="633413" y="571500"/>
                </a:lnTo>
                <a:lnTo>
                  <a:pt x="119063" y="571500"/>
                </a:lnTo>
                <a:lnTo>
                  <a:pt x="100013" y="561975"/>
                </a:lnTo>
                <a:lnTo>
                  <a:pt x="85725" y="538163"/>
                </a:lnTo>
                <a:lnTo>
                  <a:pt x="85725" y="481013"/>
                </a:lnTo>
                <a:lnTo>
                  <a:pt x="33338" y="476250"/>
                </a:lnTo>
                <a:lnTo>
                  <a:pt x="0" y="433388"/>
                </a:lnTo>
                <a:lnTo>
                  <a:pt x="0" y="42863"/>
                </a:lnTo>
                <a:lnTo>
                  <a:pt x="9525" y="23813"/>
                </a:lnTo>
                <a:close/>
              </a:path>
            </a:pathLst>
          </a:custGeom>
          <a:solidFill>
            <a:srgbClr val="0A498C"/>
          </a:solidFill>
          <a:ln w="0">
            <a:noFill/>
          </a:ln>
        </p:spPr>
      </p:sp>
      <p:sp>
        <p:nvSpPr>
          <p:cNvPr id="61" name="任意形状 60">
            <a:extLst>
              <a:ext uri="{FF2B5EF4-FFF2-40B4-BE49-F238E27FC236}">
                <a16:creationId xmlns:a16="http://schemas.microsoft.com/office/drawing/2014/main" id="{E8AF7AAE-50D7-4374-A599-749768280E00}"/>
              </a:ext>
            </a:extLst>
          </p:cNvPr>
          <p:cNvSpPr>
            <a:spLocks noGrp="1"/>
          </p:cNvSpPr>
          <p:nvPr/>
        </p:nvSpPr>
        <p:spPr>
          <a:xfrm>
            <a:off x="8086725" y="1133475"/>
            <a:ext cx="666750" cy="571500"/>
          </a:xfrm>
          <a:custGeom>
            <a:avLst/>
            <a:gdLst/>
            <a:ahLst/>
            <a:cxnLst/>
            <a:rect l="0" t="0" r="0" b="0"/>
            <a:pathLst>
              <a:path w="666750" h="571500">
                <a:moveTo>
                  <a:pt x="47625" y="52388"/>
                </a:moveTo>
                <a:lnTo>
                  <a:pt x="519113" y="47625"/>
                </a:lnTo>
                <a:lnTo>
                  <a:pt x="533400" y="61913"/>
                </a:lnTo>
                <a:lnTo>
                  <a:pt x="533400" y="80963"/>
                </a:lnTo>
                <a:lnTo>
                  <a:pt x="519113" y="95250"/>
                </a:lnTo>
                <a:lnTo>
                  <a:pt x="119063" y="95250"/>
                </a:lnTo>
                <a:lnTo>
                  <a:pt x="100013" y="104775"/>
                </a:lnTo>
                <a:lnTo>
                  <a:pt x="85725" y="128588"/>
                </a:lnTo>
                <a:lnTo>
                  <a:pt x="85725" y="423863"/>
                </a:lnTo>
                <a:lnTo>
                  <a:pt x="52388" y="428625"/>
                </a:lnTo>
                <a:close/>
              </a:path>
            </a:pathLst>
          </a:custGeom>
          <a:solidFill>
            <a:srgbClr val="F6FBFE"/>
          </a:solidFill>
          <a:ln w="0">
            <a:noFill/>
          </a:ln>
        </p:spPr>
      </p:sp>
      <p:sp>
        <p:nvSpPr>
          <p:cNvPr id="62" name="任意形状 61">
            <a:extLst>
              <a:ext uri="{FF2B5EF4-FFF2-40B4-BE49-F238E27FC236}">
                <a16:creationId xmlns:a16="http://schemas.microsoft.com/office/drawing/2014/main" id="{616EBC73-F341-4616-884C-DFF322F52AFE}"/>
              </a:ext>
            </a:extLst>
          </p:cNvPr>
          <p:cNvSpPr>
            <a:spLocks noGrp="1"/>
          </p:cNvSpPr>
          <p:nvPr/>
        </p:nvSpPr>
        <p:spPr>
          <a:xfrm>
            <a:off x="8086725" y="1133475"/>
            <a:ext cx="666750" cy="571500"/>
          </a:xfrm>
          <a:custGeom>
            <a:avLst/>
            <a:gdLst/>
            <a:ahLst/>
            <a:cxnLst/>
            <a:rect l="0" t="0" r="0" b="0"/>
            <a:pathLst>
              <a:path w="666750" h="571500">
                <a:moveTo>
                  <a:pt x="133350" y="138113"/>
                </a:moveTo>
                <a:lnTo>
                  <a:pt x="614363" y="133350"/>
                </a:lnTo>
                <a:lnTo>
                  <a:pt x="628650" y="147638"/>
                </a:lnTo>
                <a:lnTo>
                  <a:pt x="628650" y="509588"/>
                </a:lnTo>
                <a:lnTo>
                  <a:pt x="600075" y="490538"/>
                </a:lnTo>
                <a:lnTo>
                  <a:pt x="476250" y="300038"/>
                </a:lnTo>
                <a:lnTo>
                  <a:pt x="452438" y="285750"/>
                </a:lnTo>
                <a:lnTo>
                  <a:pt x="419100" y="319088"/>
                </a:lnTo>
                <a:lnTo>
                  <a:pt x="366713" y="400050"/>
                </a:lnTo>
                <a:lnTo>
                  <a:pt x="280988" y="323850"/>
                </a:lnTo>
                <a:lnTo>
                  <a:pt x="247650" y="357188"/>
                </a:lnTo>
                <a:lnTo>
                  <a:pt x="138113" y="523875"/>
                </a:lnTo>
                <a:lnTo>
                  <a:pt x="123825" y="509588"/>
                </a:lnTo>
                <a:lnTo>
                  <a:pt x="123825" y="157163"/>
                </a:lnTo>
                <a:close/>
              </a:path>
            </a:pathLst>
          </a:custGeom>
          <a:solidFill>
            <a:srgbClr val="F6FBFE"/>
          </a:solidFill>
          <a:ln w="0">
            <a:noFill/>
          </a:ln>
        </p:spPr>
      </p:sp>
      <p:sp>
        <p:nvSpPr>
          <p:cNvPr id="63" name="任意形状 62">
            <a:extLst>
              <a:ext uri="{FF2B5EF4-FFF2-40B4-BE49-F238E27FC236}">
                <a16:creationId xmlns:a16="http://schemas.microsoft.com/office/drawing/2014/main" id="{452B7916-1F7C-452F-B0F8-05D208C68D91}"/>
              </a:ext>
            </a:extLst>
          </p:cNvPr>
          <p:cNvSpPr>
            <a:spLocks noGrp="1"/>
          </p:cNvSpPr>
          <p:nvPr/>
        </p:nvSpPr>
        <p:spPr>
          <a:xfrm>
            <a:off x="8086725" y="1133475"/>
            <a:ext cx="666750" cy="571500"/>
          </a:xfrm>
          <a:custGeom>
            <a:avLst/>
            <a:gdLst/>
            <a:ahLst/>
            <a:cxnLst/>
            <a:rect l="0" t="0" r="0" b="0"/>
            <a:pathLst>
              <a:path w="666750" h="571500">
                <a:moveTo>
                  <a:pt x="295275" y="195263"/>
                </a:moveTo>
                <a:lnTo>
                  <a:pt x="309563" y="190500"/>
                </a:lnTo>
                <a:lnTo>
                  <a:pt x="342900" y="214313"/>
                </a:lnTo>
                <a:lnTo>
                  <a:pt x="342900" y="261938"/>
                </a:lnTo>
                <a:lnTo>
                  <a:pt x="309563" y="285750"/>
                </a:lnTo>
                <a:lnTo>
                  <a:pt x="280988" y="276225"/>
                </a:lnTo>
                <a:lnTo>
                  <a:pt x="257175" y="242888"/>
                </a:lnTo>
                <a:lnTo>
                  <a:pt x="266700" y="214313"/>
                </a:lnTo>
                <a:close/>
              </a:path>
            </a:pathLst>
          </a:custGeom>
          <a:solidFill>
            <a:srgbClr val="0A498C"/>
          </a:solidFill>
          <a:ln w="0">
            <a:noFill/>
          </a:ln>
        </p:spPr>
      </p:sp>
      <p:sp>
        <p:nvSpPr>
          <p:cNvPr id="64" name="任意形状 63">
            <a:extLst>
              <a:ext uri="{FF2B5EF4-FFF2-40B4-BE49-F238E27FC236}">
                <a16:creationId xmlns:a16="http://schemas.microsoft.com/office/drawing/2014/main" id="{0622EA6B-FCD0-4F03-9834-327B530CA075}"/>
              </a:ext>
            </a:extLst>
          </p:cNvPr>
          <p:cNvSpPr>
            <a:spLocks noGrp="1"/>
          </p:cNvSpPr>
          <p:nvPr/>
        </p:nvSpPr>
        <p:spPr>
          <a:xfrm>
            <a:off x="11563350" y="1047750"/>
            <a:ext cx="466725" cy="542925"/>
          </a:xfrm>
          <a:custGeom>
            <a:avLst/>
            <a:gdLst/>
            <a:ahLst/>
            <a:cxnLst/>
            <a:rect l="0" t="0" r="0" b="0"/>
            <a:pathLst>
              <a:path w="466725" h="542925">
                <a:moveTo>
                  <a:pt x="19050" y="4763"/>
                </a:moveTo>
                <a:lnTo>
                  <a:pt x="338138" y="0"/>
                </a:lnTo>
                <a:lnTo>
                  <a:pt x="466725" y="128588"/>
                </a:lnTo>
                <a:lnTo>
                  <a:pt x="466725" y="509588"/>
                </a:lnTo>
                <a:lnTo>
                  <a:pt x="452438" y="533400"/>
                </a:lnTo>
                <a:lnTo>
                  <a:pt x="433388" y="542925"/>
                </a:lnTo>
                <a:lnTo>
                  <a:pt x="33338" y="542925"/>
                </a:lnTo>
                <a:lnTo>
                  <a:pt x="0" y="509588"/>
                </a:lnTo>
                <a:lnTo>
                  <a:pt x="0" y="23813"/>
                </a:lnTo>
                <a:close/>
              </a:path>
            </a:pathLst>
          </a:custGeom>
          <a:solidFill>
            <a:srgbClr val="0A3E7C"/>
          </a:solidFill>
          <a:ln w="0">
            <a:noFill/>
          </a:ln>
        </p:spPr>
      </p:sp>
      <p:sp>
        <p:nvSpPr>
          <p:cNvPr id="65" name="任意形状 64">
            <a:extLst>
              <a:ext uri="{FF2B5EF4-FFF2-40B4-BE49-F238E27FC236}">
                <a16:creationId xmlns:a16="http://schemas.microsoft.com/office/drawing/2014/main" id="{94F22957-3066-4BDE-8913-CDD668109969}"/>
              </a:ext>
            </a:extLst>
          </p:cNvPr>
          <p:cNvSpPr>
            <a:spLocks noGrp="1"/>
          </p:cNvSpPr>
          <p:nvPr/>
        </p:nvSpPr>
        <p:spPr>
          <a:xfrm>
            <a:off x="11563350" y="1047750"/>
            <a:ext cx="466725" cy="542925"/>
          </a:xfrm>
          <a:custGeom>
            <a:avLst/>
            <a:gdLst/>
            <a:ahLst/>
            <a:cxnLst/>
            <a:rect l="0" t="0" r="0" b="0"/>
            <a:pathLst>
              <a:path w="466725" h="542925">
                <a:moveTo>
                  <a:pt x="47625" y="42863"/>
                </a:moveTo>
                <a:lnTo>
                  <a:pt x="290513" y="38100"/>
                </a:lnTo>
                <a:lnTo>
                  <a:pt x="304800" y="52388"/>
                </a:lnTo>
                <a:lnTo>
                  <a:pt x="304800" y="147638"/>
                </a:lnTo>
                <a:lnTo>
                  <a:pt x="319088" y="161925"/>
                </a:lnTo>
                <a:lnTo>
                  <a:pt x="419100" y="166688"/>
                </a:lnTo>
                <a:lnTo>
                  <a:pt x="428625" y="261938"/>
                </a:lnTo>
                <a:lnTo>
                  <a:pt x="419100" y="271463"/>
                </a:lnTo>
                <a:lnTo>
                  <a:pt x="414338" y="495300"/>
                </a:lnTo>
                <a:lnTo>
                  <a:pt x="47625" y="490538"/>
                </a:lnTo>
                <a:close/>
              </a:path>
            </a:pathLst>
          </a:custGeom>
          <a:solidFill>
            <a:srgbClr val="F6FBFE"/>
          </a:solidFill>
          <a:ln w="0">
            <a:noFill/>
          </a:ln>
        </p:spPr>
      </p:sp>
      <p:sp>
        <p:nvSpPr>
          <p:cNvPr id="66" name="任意形状 65">
            <a:extLst>
              <a:ext uri="{FF2B5EF4-FFF2-40B4-BE49-F238E27FC236}">
                <a16:creationId xmlns:a16="http://schemas.microsoft.com/office/drawing/2014/main" id="{D80BC641-7686-41AD-8A66-44E0A05110AF}"/>
              </a:ext>
            </a:extLst>
          </p:cNvPr>
          <p:cNvSpPr>
            <a:spLocks noGrp="1"/>
          </p:cNvSpPr>
          <p:nvPr/>
        </p:nvSpPr>
        <p:spPr>
          <a:xfrm>
            <a:off x="11563350" y="1047750"/>
            <a:ext cx="466725" cy="542925"/>
          </a:xfrm>
          <a:custGeom>
            <a:avLst/>
            <a:gdLst/>
            <a:ahLst/>
            <a:cxnLst/>
            <a:rect l="0" t="0" r="0" b="0"/>
            <a:pathLst>
              <a:path w="466725" h="542925">
                <a:moveTo>
                  <a:pt x="342900" y="71438"/>
                </a:moveTo>
                <a:lnTo>
                  <a:pt x="347663" y="66675"/>
                </a:lnTo>
                <a:lnTo>
                  <a:pt x="400050" y="119063"/>
                </a:lnTo>
                <a:lnTo>
                  <a:pt x="347663" y="123825"/>
                </a:lnTo>
                <a:close/>
              </a:path>
            </a:pathLst>
          </a:custGeom>
          <a:solidFill>
            <a:srgbClr val="F6FBFE"/>
          </a:solidFill>
          <a:ln w="0">
            <a:noFill/>
          </a:ln>
        </p:spPr>
      </p:sp>
      <p:sp>
        <p:nvSpPr>
          <p:cNvPr id="67" name="任意形状 66">
            <a:extLst>
              <a:ext uri="{FF2B5EF4-FFF2-40B4-BE49-F238E27FC236}">
                <a16:creationId xmlns:a16="http://schemas.microsoft.com/office/drawing/2014/main" id="{133D9868-D5F3-4C56-8907-A32E23968DFC}"/>
              </a:ext>
            </a:extLst>
          </p:cNvPr>
          <p:cNvSpPr>
            <a:spLocks noGrp="1"/>
          </p:cNvSpPr>
          <p:nvPr/>
        </p:nvSpPr>
        <p:spPr>
          <a:xfrm>
            <a:off x="11563350" y="1047750"/>
            <a:ext cx="466725" cy="542925"/>
          </a:xfrm>
          <a:custGeom>
            <a:avLst/>
            <a:gdLst/>
            <a:ahLst/>
            <a:cxnLst/>
            <a:rect l="0" t="0" r="0" b="0"/>
            <a:pathLst>
              <a:path w="466725" h="542925">
                <a:moveTo>
                  <a:pt x="123825" y="157163"/>
                </a:moveTo>
                <a:lnTo>
                  <a:pt x="233363" y="152400"/>
                </a:lnTo>
                <a:lnTo>
                  <a:pt x="238125" y="185738"/>
                </a:lnTo>
                <a:lnTo>
                  <a:pt x="128588" y="190500"/>
                </a:lnTo>
                <a:lnTo>
                  <a:pt x="114300" y="176213"/>
                </a:lnTo>
                <a:close/>
              </a:path>
            </a:pathLst>
          </a:custGeom>
          <a:solidFill>
            <a:srgbClr val="0A3E7C"/>
          </a:solidFill>
          <a:ln w="0">
            <a:noFill/>
          </a:ln>
        </p:spPr>
      </p:sp>
      <p:sp>
        <p:nvSpPr>
          <p:cNvPr id="68" name="任意形状 67">
            <a:extLst>
              <a:ext uri="{FF2B5EF4-FFF2-40B4-BE49-F238E27FC236}">
                <a16:creationId xmlns:a16="http://schemas.microsoft.com/office/drawing/2014/main" id="{E1359C1B-B831-4569-B026-1AB5322F2D29}"/>
              </a:ext>
            </a:extLst>
          </p:cNvPr>
          <p:cNvSpPr>
            <a:spLocks noGrp="1"/>
          </p:cNvSpPr>
          <p:nvPr/>
        </p:nvSpPr>
        <p:spPr>
          <a:xfrm>
            <a:off x="11563350" y="1047750"/>
            <a:ext cx="466725" cy="542925"/>
          </a:xfrm>
          <a:custGeom>
            <a:avLst/>
            <a:gdLst/>
            <a:ahLst/>
            <a:cxnLst/>
            <a:rect l="0" t="0" r="0" b="0"/>
            <a:pathLst>
              <a:path w="466725" h="542925">
                <a:moveTo>
                  <a:pt x="123825" y="261938"/>
                </a:moveTo>
                <a:lnTo>
                  <a:pt x="347663" y="257175"/>
                </a:lnTo>
                <a:lnTo>
                  <a:pt x="352425" y="290513"/>
                </a:lnTo>
                <a:lnTo>
                  <a:pt x="128588" y="295275"/>
                </a:lnTo>
                <a:lnTo>
                  <a:pt x="114300" y="280988"/>
                </a:lnTo>
                <a:close/>
              </a:path>
            </a:pathLst>
          </a:custGeom>
          <a:solidFill>
            <a:srgbClr val="0A3E7C"/>
          </a:solidFill>
          <a:ln w="0">
            <a:noFill/>
          </a:ln>
        </p:spPr>
      </p:sp>
      <p:sp>
        <p:nvSpPr>
          <p:cNvPr id="69" name="任意形状 68">
            <a:extLst>
              <a:ext uri="{FF2B5EF4-FFF2-40B4-BE49-F238E27FC236}">
                <a16:creationId xmlns:a16="http://schemas.microsoft.com/office/drawing/2014/main" id="{5D090B20-D9B4-44D9-8559-91E8211B102F}"/>
              </a:ext>
            </a:extLst>
          </p:cNvPr>
          <p:cNvSpPr>
            <a:spLocks noGrp="1"/>
          </p:cNvSpPr>
          <p:nvPr/>
        </p:nvSpPr>
        <p:spPr>
          <a:xfrm>
            <a:off x="11563350" y="1047750"/>
            <a:ext cx="466725" cy="542925"/>
          </a:xfrm>
          <a:custGeom>
            <a:avLst/>
            <a:gdLst/>
            <a:ahLst/>
            <a:cxnLst/>
            <a:rect l="0" t="0" r="0" b="0"/>
            <a:pathLst>
              <a:path w="466725" h="542925">
                <a:moveTo>
                  <a:pt x="114300" y="366713"/>
                </a:moveTo>
                <a:lnTo>
                  <a:pt x="347663" y="361950"/>
                </a:lnTo>
                <a:lnTo>
                  <a:pt x="352425" y="385763"/>
                </a:lnTo>
                <a:lnTo>
                  <a:pt x="338138" y="400050"/>
                </a:lnTo>
                <a:lnTo>
                  <a:pt x="128588" y="400050"/>
                </a:lnTo>
                <a:lnTo>
                  <a:pt x="114300" y="385763"/>
                </a:lnTo>
                <a:close/>
              </a:path>
            </a:pathLst>
          </a:custGeom>
          <a:solidFill>
            <a:srgbClr val="0A3E7C"/>
          </a:solidFill>
          <a:ln w="0">
            <a:noFill/>
          </a:ln>
        </p:spPr>
      </p:sp>
      <p:sp>
        <p:nvSpPr>
          <p:cNvPr id="70" name="任意形状 69">
            <a:extLst>
              <a:ext uri="{FF2B5EF4-FFF2-40B4-BE49-F238E27FC236}">
                <a16:creationId xmlns:a16="http://schemas.microsoft.com/office/drawing/2014/main" id="{DBDF7D18-011F-4465-A44B-C55EAEA7F389}"/>
              </a:ext>
            </a:extLst>
          </p:cNvPr>
          <p:cNvSpPr>
            <a:spLocks noGrp="1"/>
          </p:cNvSpPr>
          <p:nvPr/>
        </p:nvSpPr>
        <p:spPr>
          <a:xfrm>
            <a:off x="14859000" y="962025"/>
            <a:ext cx="552450" cy="542925"/>
          </a:xfrm>
          <a:custGeom>
            <a:avLst/>
            <a:gdLst/>
            <a:ahLst/>
            <a:cxnLst/>
            <a:rect l="0" t="0" r="0" b="0"/>
            <a:pathLst>
              <a:path w="552450" h="542925">
                <a:moveTo>
                  <a:pt x="285750" y="4763"/>
                </a:moveTo>
                <a:lnTo>
                  <a:pt x="300038" y="0"/>
                </a:lnTo>
                <a:lnTo>
                  <a:pt x="338138" y="47625"/>
                </a:lnTo>
                <a:lnTo>
                  <a:pt x="490538" y="47625"/>
                </a:lnTo>
                <a:lnTo>
                  <a:pt x="504825" y="61913"/>
                </a:lnTo>
                <a:lnTo>
                  <a:pt x="485775" y="90488"/>
                </a:lnTo>
                <a:lnTo>
                  <a:pt x="485775" y="109538"/>
                </a:lnTo>
                <a:lnTo>
                  <a:pt x="542925" y="233363"/>
                </a:lnTo>
                <a:lnTo>
                  <a:pt x="552450" y="290513"/>
                </a:lnTo>
                <a:lnTo>
                  <a:pt x="528638" y="323850"/>
                </a:lnTo>
                <a:lnTo>
                  <a:pt x="481013" y="342900"/>
                </a:lnTo>
                <a:lnTo>
                  <a:pt x="433388" y="342900"/>
                </a:lnTo>
                <a:lnTo>
                  <a:pt x="395288" y="323850"/>
                </a:lnTo>
                <a:lnTo>
                  <a:pt x="361950" y="280988"/>
                </a:lnTo>
                <a:lnTo>
                  <a:pt x="438150" y="90488"/>
                </a:lnTo>
                <a:lnTo>
                  <a:pt x="347663" y="85725"/>
                </a:lnTo>
                <a:lnTo>
                  <a:pt x="323850" y="109538"/>
                </a:lnTo>
                <a:lnTo>
                  <a:pt x="323850" y="385763"/>
                </a:lnTo>
                <a:lnTo>
                  <a:pt x="347663" y="409575"/>
                </a:lnTo>
                <a:lnTo>
                  <a:pt x="423863" y="409575"/>
                </a:lnTo>
                <a:lnTo>
                  <a:pt x="447675" y="433388"/>
                </a:lnTo>
                <a:lnTo>
                  <a:pt x="442913" y="457200"/>
                </a:lnTo>
                <a:lnTo>
                  <a:pt x="280988" y="466725"/>
                </a:lnTo>
                <a:lnTo>
                  <a:pt x="271463" y="457200"/>
                </a:lnTo>
                <a:lnTo>
                  <a:pt x="142875" y="452438"/>
                </a:lnTo>
                <a:lnTo>
                  <a:pt x="157163" y="419100"/>
                </a:lnTo>
                <a:lnTo>
                  <a:pt x="176213" y="409575"/>
                </a:lnTo>
                <a:lnTo>
                  <a:pt x="242888" y="409575"/>
                </a:lnTo>
                <a:lnTo>
                  <a:pt x="266700" y="385763"/>
                </a:lnTo>
                <a:lnTo>
                  <a:pt x="266700" y="109538"/>
                </a:lnTo>
                <a:lnTo>
                  <a:pt x="242888" y="85725"/>
                </a:lnTo>
                <a:lnTo>
                  <a:pt x="152400" y="90488"/>
                </a:lnTo>
                <a:lnTo>
                  <a:pt x="152400" y="109538"/>
                </a:lnTo>
                <a:lnTo>
                  <a:pt x="228600" y="280988"/>
                </a:lnTo>
                <a:lnTo>
                  <a:pt x="185738" y="333375"/>
                </a:lnTo>
                <a:lnTo>
                  <a:pt x="100013" y="342900"/>
                </a:lnTo>
                <a:lnTo>
                  <a:pt x="61913" y="323850"/>
                </a:lnTo>
                <a:lnTo>
                  <a:pt x="28575" y="280988"/>
                </a:lnTo>
                <a:lnTo>
                  <a:pt x="76200" y="176213"/>
                </a:lnTo>
                <a:lnTo>
                  <a:pt x="76200" y="157163"/>
                </a:lnTo>
                <a:lnTo>
                  <a:pt x="104775" y="109538"/>
                </a:lnTo>
                <a:lnTo>
                  <a:pt x="104775" y="90488"/>
                </a:lnTo>
                <a:lnTo>
                  <a:pt x="85725" y="61913"/>
                </a:lnTo>
                <a:lnTo>
                  <a:pt x="100013" y="47625"/>
                </a:lnTo>
                <a:lnTo>
                  <a:pt x="242888" y="47625"/>
                </a:lnTo>
                <a:lnTo>
                  <a:pt x="257175" y="23813"/>
                </a:lnTo>
                <a:close/>
              </a:path>
            </a:pathLst>
          </a:custGeom>
          <a:solidFill>
            <a:srgbClr val="053A75"/>
          </a:solidFill>
          <a:ln w="0">
            <a:noFill/>
          </a:ln>
        </p:spPr>
      </p:sp>
      <p:sp>
        <p:nvSpPr>
          <p:cNvPr id="71" name="任意形状 70">
            <a:extLst>
              <a:ext uri="{FF2B5EF4-FFF2-40B4-BE49-F238E27FC236}">
                <a16:creationId xmlns:a16="http://schemas.microsoft.com/office/drawing/2014/main" id="{70FFE956-67E1-481D-9277-565867F517C0}"/>
              </a:ext>
            </a:extLst>
          </p:cNvPr>
          <p:cNvSpPr>
            <a:spLocks noGrp="1"/>
          </p:cNvSpPr>
          <p:nvPr/>
        </p:nvSpPr>
        <p:spPr>
          <a:xfrm>
            <a:off x="14859000" y="962025"/>
            <a:ext cx="552450" cy="542925"/>
          </a:xfrm>
          <a:custGeom>
            <a:avLst/>
            <a:gdLst/>
            <a:ahLst/>
            <a:cxnLst/>
            <a:rect l="0" t="0" r="0" b="0"/>
            <a:pathLst>
              <a:path w="552450" h="542925">
                <a:moveTo>
                  <a:pt x="457200" y="128588"/>
                </a:moveTo>
                <a:lnTo>
                  <a:pt x="461963" y="123825"/>
                </a:lnTo>
                <a:lnTo>
                  <a:pt x="476250" y="147638"/>
                </a:lnTo>
                <a:lnTo>
                  <a:pt x="519113" y="266700"/>
                </a:lnTo>
                <a:lnTo>
                  <a:pt x="400050" y="261938"/>
                </a:lnTo>
                <a:close/>
              </a:path>
            </a:pathLst>
          </a:custGeom>
          <a:solidFill>
            <a:srgbClr val="E7F5FE"/>
          </a:solidFill>
          <a:ln w="0">
            <a:noFill/>
          </a:ln>
        </p:spPr>
      </p:sp>
      <p:sp>
        <p:nvSpPr>
          <p:cNvPr id="72" name="任意形状 71">
            <a:extLst>
              <a:ext uri="{FF2B5EF4-FFF2-40B4-BE49-F238E27FC236}">
                <a16:creationId xmlns:a16="http://schemas.microsoft.com/office/drawing/2014/main" id="{3960B5F2-BF09-43A2-94C7-E08BE308323D}"/>
              </a:ext>
            </a:extLst>
          </p:cNvPr>
          <p:cNvSpPr>
            <a:spLocks noGrp="1"/>
          </p:cNvSpPr>
          <p:nvPr/>
        </p:nvSpPr>
        <p:spPr>
          <a:xfrm>
            <a:off x="14859000" y="962025"/>
            <a:ext cx="552450" cy="542925"/>
          </a:xfrm>
          <a:custGeom>
            <a:avLst/>
            <a:gdLst/>
            <a:ahLst/>
            <a:cxnLst/>
            <a:rect l="0" t="0" r="0" b="0"/>
            <a:pathLst>
              <a:path w="552450" h="542925">
                <a:moveTo>
                  <a:pt x="123825" y="138113"/>
                </a:moveTo>
                <a:lnTo>
                  <a:pt x="133350" y="138113"/>
                </a:lnTo>
                <a:lnTo>
                  <a:pt x="171450" y="214313"/>
                </a:lnTo>
                <a:lnTo>
                  <a:pt x="185738" y="266700"/>
                </a:lnTo>
                <a:lnTo>
                  <a:pt x="66675" y="261938"/>
                </a:lnTo>
                <a:close/>
              </a:path>
            </a:pathLst>
          </a:custGeom>
          <a:solidFill>
            <a:srgbClr val="E7F5FE"/>
          </a:solidFill>
          <a:ln w="0">
            <a:noFill/>
          </a:ln>
        </p:spPr>
      </p:sp>
      <p:sp>
        <p:nvSpPr>
          <p:cNvPr id="73" name="任意形状 72">
            <a:extLst>
              <a:ext uri="{FF2B5EF4-FFF2-40B4-BE49-F238E27FC236}">
                <a16:creationId xmlns:a16="http://schemas.microsoft.com/office/drawing/2014/main" id="{A544D796-5E4E-4CE4-A8BD-77FCC522C2BF}"/>
              </a:ext>
            </a:extLst>
          </p:cNvPr>
          <p:cNvSpPr>
            <a:spLocks noGrp="1"/>
          </p:cNvSpPr>
          <p:nvPr/>
        </p:nvSpPr>
        <p:spPr>
          <a:xfrm>
            <a:off x="1790700" y="451485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266700" y="4763"/>
                </a:moveTo>
                <a:lnTo>
                  <a:pt x="471488" y="0"/>
                </a:lnTo>
                <a:lnTo>
                  <a:pt x="495300" y="23813"/>
                </a:lnTo>
                <a:lnTo>
                  <a:pt x="495300" y="214313"/>
                </a:lnTo>
                <a:lnTo>
                  <a:pt x="485775" y="242888"/>
                </a:lnTo>
                <a:lnTo>
                  <a:pt x="223838" y="495300"/>
                </a:lnTo>
                <a:lnTo>
                  <a:pt x="185738" y="495300"/>
                </a:lnTo>
                <a:lnTo>
                  <a:pt x="9525" y="328613"/>
                </a:lnTo>
                <a:lnTo>
                  <a:pt x="0" y="271463"/>
                </a:lnTo>
                <a:lnTo>
                  <a:pt x="28575" y="233363"/>
                </a:lnTo>
                <a:lnTo>
                  <a:pt x="71438" y="200025"/>
                </a:lnTo>
                <a:lnTo>
                  <a:pt x="214313" y="47625"/>
                </a:lnTo>
                <a:lnTo>
                  <a:pt x="252413" y="28575"/>
                </a:lnTo>
                <a:close/>
              </a:path>
            </a:pathLst>
          </a:custGeom>
          <a:solidFill>
            <a:srgbClr val="1F7A63"/>
          </a:solidFill>
          <a:ln w="0">
            <a:noFill/>
          </a:ln>
        </p:spPr>
      </p:sp>
      <p:sp>
        <p:nvSpPr>
          <p:cNvPr id="74" name="任意形状 73">
            <a:extLst>
              <a:ext uri="{FF2B5EF4-FFF2-40B4-BE49-F238E27FC236}">
                <a16:creationId xmlns:a16="http://schemas.microsoft.com/office/drawing/2014/main" id="{6A776643-DD96-4CF4-9A31-036CD7F69049}"/>
              </a:ext>
            </a:extLst>
          </p:cNvPr>
          <p:cNvSpPr>
            <a:spLocks noGrp="1"/>
          </p:cNvSpPr>
          <p:nvPr/>
        </p:nvSpPr>
        <p:spPr>
          <a:xfrm>
            <a:off x="1790700" y="451485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371475" y="71438"/>
                </a:moveTo>
                <a:lnTo>
                  <a:pt x="385763" y="66675"/>
                </a:lnTo>
                <a:lnTo>
                  <a:pt x="404813" y="76200"/>
                </a:lnTo>
                <a:lnTo>
                  <a:pt x="419100" y="100013"/>
                </a:lnTo>
                <a:lnTo>
                  <a:pt x="419100" y="138113"/>
                </a:lnTo>
                <a:lnTo>
                  <a:pt x="404813" y="152400"/>
                </a:lnTo>
                <a:lnTo>
                  <a:pt x="366713" y="152400"/>
                </a:lnTo>
                <a:lnTo>
                  <a:pt x="342900" y="128588"/>
                </a:lnTo>
                <a:lnTo>
                  <a:pt x="342900" y="100013"/>
                </a:lnTo>
                <a:close/>
              </a:path>
            </a:pathLst>
          </a:custGeom>
          <a:solidFill>
            <a:srgbClr val="E9F9F5"/>
          </a:solidFill>
          <a:ln w="0">
            <a:noFill/>
          </a:ln>
        </p:spPr>
      </p:sp>
      <p:sp>
        <p:nvSpPr>
          <p:cNvPr id="75" name="任意形状 74">
            <a:extLst>
              <a:ext uri="{FF2B5EF4-FFF2-40B4-BE49-F238E27FC236}">
                <a16:creationId xmlns:a16="http://schemas.microsoft.com/office/drawing/2014/main" id="{261AE4AB-251E-482F-9F9C-7BF6B38FBE40}"/>
              </a:ext>
            </a:extLst>
          </p:cNvPr>
          <p:cNvSpPr>
            <a:spLocks noGrp="1"/>
          </p:cNvSpPr>
          <p:nvPr/>
        </p:nvSpPr>
        <p:spPr>
          <a:xfrm>
            <a:off x="6838950" y="4581525"/>
            <a:ext cx="619125" cy="390525"/>
          </a:xfrm>
          <a:custGeom>
            <a:avLst/>
            <a:gdLst/>
            <a:ahLst/>
            <a:cxnLst/>
            <a:rect l="0" t="0" r="0" b="0"/>
            <a:pathLst>
              <a:path w="619125" h="390525">
                <a:moveTo>
                  <a:pt x="295275" y="4763"/>
                </a:moveTo>
                <a:lnTo>
                  <a:pt x="338138" y="0"/>
                </a:lnTo>
                <a:lnTo>
                  <a:pt x="357188" y="9525"/>
                </a:lnTo>
                <a:lnTo>
                  <a:pt x="400050" y="61913"/>
                </a:lnTo>
                <a:lnTo>
                  <a:pt x="390525" y="71438"/>
                </a:lnTo>
                <a:lnTo>
                  <a:pt x="400050" y="80963"/>
                </a:lnTo>
                <a:lnTo>
                  <a:pt x="400050" y="128588"/>
                </a:lnTo>
                <a:lnTo>
                  <a:pt x="381000" y="166688"/>
                </a:lnTo>
                <a:lnTo>
                  <a:pt x="366713" y="171450"/>
                </a:lnTo>
                <a:lnTo>
                  <a:pt x="342900" y="204788"/>
                </a:lnTo>
                <a:lnTo>
                  <a:pt x="385763" y="219075"/>
                </a:lnTo>
                <a:lnTo>
                  <a:pt x="428625" y="252413"/>
                </a:lnTo>
                <a:lnTo>
                  <a:pt x="457200" y="338138"/>
                </a:lnTo>
                <a:lnTo>
                  <a:pt x="457200" y="376238"/>
                </a:lnTo>
                <a:lnTo>
                  <a:pt x="442913" y="390525"/>
                </a:lnTo>
                <a:lnTo>
                  <a:pt x="338138" y="390525"/>
                </a:lnTo>
                <a:lnTo>
                  <a:pt x="328613" y="381000"/>
                </a:lnTo>
                <a:lnTo>
                  <a:pt x="300038" y="381000"/>
                </a:lnTo>
                <a:lnTo>
                  <a:pt x="290513" y="390525"/>
                </a:lnTo>
                <a:lnTo>
                  <a:pt x="280988" y="381000"/>
                </a:lnTo>
                <a:lnTo>
                  <a:pt x="195263" y="381000"/>
                </a:lnTo>
                <a:lnTo>
                  <a:pt x="176213" y="390525"/>
                </a:lnTo>
                <a:lnTo>
                  <a:pt x="161925" y="366713"/>
                </a:lnTo>
                <a:lnTo>
                  <a:pt x="171450" y="309563"/>
                </a:lnTo>
                <a:lnTo>
                  <a:pt x="190500" y="271463"/>
                </a:lnTo>
                <a:lnTo>
                  <a:pt x="233363" y="228600"/>
                </a:lnTo>
                <a:lnTo>
                  <a:pt x="276225" y="204788"/>
                </a:lnTo>
                <a:lnTo>
                  <a:pt x="276225" y="185738"/>
                </a:lnTo>
                <a:lnTo>
                  <a:pt x="228600" y="147638"/>
                </a:lnTo>
                <a:lnTo>
                  <a:pt x="219075" y="119063"/>
                </a:lnTo>
                <a:lnTo>
                  <a:pt x="219075" y="90488"/>
                </a:lnTo>
                <a:lnTo>
                  <a:pt x="228600" y="80963"/>
                </a:lnTo>
                <a:lnTo>
                  <a:pt x="219075" y="71438"/>
                </a:lnTo>
                <a:lnTo>
                  <a:pt x="261938" y="19050"/>
                </a:lnTo>
                <a:close/>
              </a:path>
            </a:pathLst>
          </a:custGeom>
          <a:solidFill>
            <a:srgbClr val="166B55"/>
          </a:solidFill>
          <a:ln w="0">
            <a:noFill/>
          </a:ln>
        </p:spPr>
      </p:sp>
      <p:sp>
        <p:nvSpPr>
          <p:cNvPr id="76" name="任意形状 75">
            <a:extLst>
              <a:ext uri="{FF2B5EF4-FFF2-40B4-BE49-F238E27FC236}">
                <a16:creationId xmlns:a16="http://schemas.microsoft.com/office/drawing/2014/main" id="{E497E8FB-7E0A-41EA-8221-A58BF55AFF95}"/>
              </a:ext>
            </a:extLst>
          </p:cNvPr>
          <p:cNvSpPr>
            <a:spLocks noGrp="1"/>
          </p:cNvSpPr>
          <p:nvPr/>
        </p:nvSpPr>
        <p:spPr>
          <a:xfrm>
            <a:off x="6838950" y="4581525"/>
            <a:ext cx="619125" cy="390525"/>
          </a:xfrm>
          <a:custGeom>
            <a:avLst/>
            <a:gdLst/>
            <a:ahLst/>
            <a:cxnLst/>
            <a:rect l="0" t="0" r="0" b="0"/>
            <a:pathLst>
              <a:path w="619125" h="390525">
                <a:moveTo>
                  <a:pt x="104775" y="80963"/>
                </a:moveTo>
                <a:lnTo>
                  <a:pt x="157163" y="95250"/>
                </a:lnTo>
                <a:lnTo>
                  <a:pt x="171450" y="119063"/>
                </a:lnTo>
                <a:lnTo>
                  <a:pt x="171450" y="185738"/>
                </a:lnTo>
                <a:lnTo>
                  <a:pt x="147638" y="209550"/>
                </a:lnTo>
                <a:lnTo>
                  <a:pt x="123825" y="214313"/>
                </a:lnTo>
                <a:lnTo>
                  <a:pt x="123825" y="223838"/>
                </a:lnTo>
                <a:lnTo>
                  <a:pt x="161925" y="252413"/>
                </a:lnTo>
                <a:lnTo>
                  <a:pt x="142875" y="290513"/>
                </a:lnTo>
                <a:lnTo>
                  <a:pt x="142875" y="338138"/>
                </a:lnTo>
                <a:lnTo>
                  <a:pt x="133350" y="347663"/>
                </a:lnTo>
                <a:lnTo>
                  <a:pt x="142875" y="366713"/>
                </a:lnTo>
                <a:lnTo>
                  <a:pt x="128588" y="381000"/>
                </a:lnTo>
                <a:lnTo>
                  <a:pt x="109538" y="371475"/>
                </a:lnTo>
                <a:lnTo>
                  <a:pt x="80963" y="381000"/>
                </a:lnTo>
                <a:lnTo>
                  <a:pt x="14288" y="371475"/>
                </a:lnTo>
                <a:lnTo>
                  <a:pt x="9525" y="357188"/>
                </a:lnTo>
                <a:lnTo>
                  <a:pt x="19050" y="347663"/>
                </a:lnTo>
                <a:lnTo>
                  <a:pt x="0" y="338138"/>
                </a:lnTo>
                <a:lnTo>
                  <a:pt x="9525" y="328613"/>
                </a:lnTo>
                <a:lnTo>
                  <a:pt x="0" y="319088"/>
                </a:lnTo>
                <a:lnTo>
                  <a:pt x="9525" y="300038"/>
                </a:lnTo>
                <a:lnTo>
                  <a:pt x="23813" y="285750"/>
                </a:lnTo>
                <a:lnTo>
                  <a:pt x="52388" y="285750"/>
                </a:lnTo>
                <a:lnTo>
                  <a:pt x="57150" y="280988"/>
                </a:lnTo>
                <a:lnTo>
                  <a:pt x="38100" y="271463"/>
                </a:lnTo>
                <a:lnTo>
                  <a:pt x="85725" y="233363"/>
                </a:lnTo>
                <a:lnTo>
                  <a:pt x="47625" y="185738"/>
                </a:lnTo>
                <a:lnTo>
                  <a:pt x="57150" y="176213"/>
                </a:lnTo>
                <a:lnTo>
                  <a:pt x="47625" y="166688"/>
                </a:lnTo>
                <a:lnTo>
                  <a:pt x="47625" y="138113"/>
                </a:lnTo>
                <a:lnTo>
                  <a:pt x="57150" y="119063"/>
                </a:lnTo>
                <a:close/>
              </a:path>
            </a:pathLst>
          </a:custGeom>
          <a:solidFill>
            <a:srgbClr val="166B55"/>
          </a:solidFill>
          <a:ln w="0">
            <a:noFill/>
          </a:ln>
        </p:spPr>
      </p:sp>
      <p:sp>
        <p:nvSpPr>
          <p:cNvPr id="77" name="任意形状 76">
            <a:extLst>
              <a:ext uri="{FF2B5EF4-FFF2-40B4-BE49-F238E27FC236}">
                <a16:creationId xmlns:a16="http://schemas.microsoft.com/office/drawing/2014/main" id="{B91F4A27-50C6-477F-B98B-BDC6FBADCAE3}"/>
              </a:ext>
            </a:extLst>
          </p:cNvPr>
          <p:cNvSpPr>
            <a:spLocks noGrp="1"/>
          </p:cNvSpPr>
          <p:nvPr/>
        </p:nvSpPr>
        <p:spPr>
          <a:xfrm>
            <a:off x="6838950" y="4581525"/>
            <a:ext cx="619125" cy="390525"/>
          </a:xfrm>
          <a:custGeom>
            <a:avLst/>
            <a:gdLst/>
            <a:ahLst/>
            <a:cxnLst/>
            <a:rect l="0" t="0" r="0" b="0"/>
            <a:pathLst>
              <a:path w="619125" h="390525">
                <a:moveTo>
                  <a:pt x="485775" y="90488"/>
                </a:moveTo>
                <a:lnTo>
                  <a:pt x="547688" y="85725"/>
                </a:lnTo>
                <a:lnTo>
                  <a:pt x="557213" y="104775"/>
                </a:lnTo>
                <a:lnTo>
                  <a:pt x="547688" y="95250"/>
                </a:lnTo>
                <a:lnTo>
                  <a:pt x="523875" y="100013"/>
                </a:lnTo>
                <a:lnTo>
                  <a:pt x="571500" y="119063"/>
                </a:lnTo>
                <a:lnTo>
                  <a:pt x="571500" y="185738"/>
                </a:lnTo>
                <a:lnTo>
                  <a:pt x="533400" y="233363"/>
                </a:lnTo>
                <a:lnTo>
                  <a:pt x="557213" y="238125"/>
                </a:lnTo>
                <a:lnTo>
                  <a:pt x="581025" y="271463"/>
                </a:lnTo>
                <a:lnTo>
                  <a:pt x="609600" y="290513"/>
                </a:lnTo>
                <a:lnTo>
                  <a:pt x="619125" y="366713"/>
                </a:lnTo>
                <a:lnTo>
                  <a:pt x="604838" y="381000"/>
                </a:lnTo>
                <a:lnTo>
                  <a:pt x="557213" y="381000"/>
                </a:lnTo>
                <a:lnTo>
                  <a:pt x="547688" y="371475"/>
                </a:lnTo>
                <a:lnTo>
                  <a:pt x="538163" y="381000"/>
                </a:lnTo>
                <a:lnTo>
                  <a:pt x="509588" y="371475"/>
                </a:lnTo>
                <a:lnTo>
                  <a:pt x="500063" y="381000"/>
                </a:lnTo>
                <a:lnTo>
                  <a:pt x="485775" y="376238"/>
                </a:lnTo>
                <a:lnTo>
                  <a:pt x="485775" y="290513"/>
                </a:lnTo>
                <a:lnTo>
                  <a:pt x="466725" y="252413"/>
                </a:lnTo>
                <a:lnTo>
                  <a:pt x="481013" y="247650"/>
                </a:lnTo>
                <a:lnTo>
                  <a:pt x="490538" y="228600"/>
                </a:lnTo>
                <a:lnTo>
                  <a:pt x="500063" y="238125"/>
                </a:lnTo>
                <a:lnTo>
                  <a:pt x="504825" y="223838"/>
                </a:lnTo>
                <a:lnTo>
                  <a:pt x="461963" y="200025"/>
                </a:lnTo>
                <a:lnTo>
                  <a:pt x="447675" y="176213"/>
                </a:lnTo>
                <a:lnTo>
                  <a:pt x="457200" y="157163"/>
                </a:lnTo>
                <a:lnTo>
                  <a:pt x="447675" y="147638"/>
                </a:lnTo>
                <a:lnTo>
                  <a:pt x="457200" y="109538"/>
                </a:lnTo>
                <a:close/>
              </a:path>
            </a:pathLst>
          </a:custGeom>
          <a:solidFill>
            <a:srgbClr val="166B55"/>
          </a:solidFill>
          <a:ln w="0">
            <a:noFill/>
          </a:ln>
        </p:spPr>
      </p:sp>
      <p:sp>
        <p:nvSpPr>
          <p:cNvPr id="78" name="任意形状 77">
            <a:extLst>
              <a:ext uri="{FF2B5EF4-FFF2-40B4-BE49-F238E27FC236}">
                <a16:creationId xmlns:a16="http://schemas.microsoft.com/office/drawing/2014/main" id="{F355A3FD-FD3E-410D-9F6A-8D5C674F8EDC}"/>
              </a:ext>
            </a:extLst>
          </p:cNvPr>
          <p:cNvSpPr>
            <a:spLocks noGrp="1"/>
          </p:cNvSpPr>
          <p:nvPr/>
        </p:nvSpPr>
        <p:spPr>
          <a:xfrm>
            <a:off x="12058650" y="4438650"/>
            <a:ext cx="495300" cy="666750"/>
          </a:xfrm>
          <a:custGeom>
            <a:avLst/>
            <a:gdLst/>
            <a:ahLst/>
            <a:cxnLst/>
            <a:rect l="0" t="0" r="0" b="0"/>
            <a:pathLst>
              <a:path w="495300" h="666750">
                <a:moveTo>
                  <a:pt x="476250" y="4763"/>
                </a:moveTo>
                <a:lnTo>
                  <a:pt x="495300" y="4763"/>
                </a:lnTo>
                <a:lnTo>
                  <a:pt x="495300" y="33338"/>
                </a:lnTo>
                <a:lnTo>
                  <a:pt x="466725" y="71438"/>
                </a:lnTo>
                <a:lnTo>
                  <a:pt x="476250" y="90488"/>
                </a:lnTo>
                <a:lnTo>
                  <a:pt x="461963" y="114300"/>
                </a:lnTo>
                <a:lnTo>
                  <a:pt x="428625" y="119063"/>
                </a:lnTo>
                <a:lnTo>
                  <a:pt x="461963" y="123825"/>
                </a:lnTo>
                <a:lnTo>
                  <a:pt x="466725" y="138113"/>
                </a:lnTo>
                <a:lnTo>
                  <a:pt x="433388" y="161925"/>
                </a:lnTo>
                <a:lnTo>
                  <a:pt x="414338" y="152400"/>
                </a:lnTo>
                <a:lnTo>
                  <a:pt x="400050" y="166688"/>
                </a:lnTo>
                <a:lnTo>
                  <a:pt x="452438" y="171450"/>
                </a:lnTo>
                <a:lnTo>
                  <a:pt x="457200" y="195263"/>
                </a:lnTo>
                <a:lnTo>
                  <a:pt x="433388" y="209550"/>
                </a:lnTo>
                <a:lnTo>
                  <a:pt x="361950" y="204788"/>
                </a:lnTo>
                <a:lnTo>
                  <a:pt x="366713" y="219075"/>
                </a:lnTo>
                <a:lnTo>
                  <a:pt x="442913" y="228600"/>
                </a:lnTo>
                <a:lnTo>
                  <a:pt x="447675" y="242888"/>
                </a:lnTo>
                <a:lnTo>
                  <a:pt x="414338" y="266700"/>
                </a:lnTo>
                <a:lnTo>
                  <a:pt x="385763" y="266700"/>
                </a:lnTo>
                <a:lnTo>
                  <a:pt x="347663" y="247650"/>
                </a:lnTo>
                <a:lnTo>
                  <a:pt x="323850" y="261938"/>
                </a:lnTo>
                <a:lnTo>
                  <a:pt x="385763" y="276225"/>
                </a:lnTo>
                <a:lnTo>
                  <a:pt x="433388" y="304800"/>
                </a:lnTo>
                <a:lnTo>
                  <a:pt x="438150" y="319088"/>
                </a:lnTo>
                <a:lnTo>
                  <a:pt x="395288" y="333375"/>
                </a:lnTo>
                <a:lnTo>
                  <a:pt x="328613" y="314325"/>
                </a:lnTo>
                <a:lnTo>
                  <a:pt x="309563" y="295275"/>
                </a:lnTo>
                <a:lnTo>
                  <a:pt x="285750" y="328613"/>
                </a:lnTo>
                <a:lnTo>
                  <a:pt x="395288" y="342900"/>
                </a:lnTo>
                <a:lnTo>
                  <a:pt x="400050" y="347663"/>
                </a:lnTo>
                <a:lnTo>
                  <a:pt x="381000" y="357188"/>
                </a:lnTo>
                <a:lnTo>
                  <a:pt x="390525" y="376238"/>
                </a:lnTo>
                <a:lnTo>
                  <a:pt x="376238" y="390525"/>
                </a:lnTo>
                <a:lnTo>
                  <a:pt x="300038" y="390525"/>
                </a:lnTo>
                <a:lnTo>
                  <a:pt x="271463" y="371475"/>
                </a:lnTo>
                <a:lnTo>
                  <a:pt x="252413" y="371475"/>
                </a:lnTo>
                <a:lnTo>
                  <a:pt x="238125" y="385763"/>
                </a:lnTo>
                <a:lnTo>
                  <a:pt x="242888" y="400050"/>
                </a:lnTo>
                <a:lnTo>
                  <a:pt x="290513" y="400050"/>
                </a:lnTo>
                <a:lnTo>
                  <a:pt x="328613" y="419100"/>
                </a:lnTo>
                <a:lnTo>
                  <a:pt x="376238" y="419100"/>
                </a:lnTo>
                <a:lnTo>
                  <a:pt x="414338" y="400050"/>
                </a:lnTo>
                <a:lnTo>
                  <a:pt x="428625" y="404813"/>
                </a:lnTo>
                <a:lnTo>
                  <a:pt x="385763" y="447675"/>
                </a:lnTo>
                <a:lnTo>
                  <a:pt x="347663" y="466725"/>
                </a:lnTo>
                <a:lnTo>
                  <a:pt x="280988" y="476250"/>
                </a:lnTo>
                <a:lnTo>
                  <a:pt x="204788" y="447675"/>
                </a:lnTo>
                <a:lnTo>
                  <a:pt x="200025" y="452438"/>
                </a:lnTo>
                <a:lnTo>
                  <a:pt x="219075" y="461963"/>
                </a:lnTo>
                <a:lnTo>
                  <a:pt x="204788" y="466725"/>
                </a:lnTo>
                <a:lnTo>
                  <a:pt x="195263" y="457200"/>
                </a:lnTo>
                <a:lnTo>
                  <a:pt x="171450" y="481013"/>
                </a:lnTo>
                <a:lnTo>
                  <a:pt x="176213" y="495300"/>
                </a:lnTo>
                <a:lnTo>
                  <a:pt x="185738" y="485775"/>
                </a:lnTo>
                <a:lnTo>
                  <a:pt x="242888" y="485775"/>
                </a:lnTo>
                <a:lnTo>
                  <a:pt x="252413" y="495300"/>
                </a:lnTo>
                <a:lnTo>
                  <a:pt x="309563" y="495300"/>
                </a:lnTo>
                <a:lnTo>
                  <a:pt x="319088" y="504825"/>
                </a:lnTo>
                <a:lnTo>
                  <a:pt x="400050" y="500063"/>
                </a:lnTo>
                <a:lnTo>
                  <a:pt x="328613" y="552450"/>
                </a:lnTo>
                <a:lnTo>
                  <a:pt x="300038" y="552450"/>
                </a:lnTo>
                <a:lnTo>
                  <a:pt x="290513" y="561975"/>
                </a:lnTo>
                <a:lnTo>
                  <a:pt x="204788" y="561975"/>
                </a:lnTo>
                <a:lnTo>
                  <a:pt x="138113" y="523875"/>
                </a:lnTo>
                <a:lnTo>
                  <a:pt x="119063" y="561975"/>
                </a:lnTo>
                <a:lnTo>
                  <a:pt x="176213" y="561975"/>
                </a:lnTo>
                <a:lnTo>
                  <a:pt x="204788" y="581025"/>
                </a:lnTo>
                <a:lnTo>
                  <a:pt x="223838" y="581025"/>
                </a:lnTo>
                <a:lnTo>
                  <a:pt x="252413" y="609600"/>
                </a:lnTo>
                <a:lnTo>
                  <a:pt x="271463" y="609600"/>
                </a:lnTo>
                <a:lnTo>
                  <a:pt x="285750" y="623888"/>
                </a:lnTo>
                <a:lnTo>
                  <a:pt x="271463" y="638175"/>
                </a:lnTo>
                <a:lnTo>
                  <a:pt x="176213" y="647700"/>
                </a:lnTo>
                <a:lnTo>
                  <a:pt x="128588" y="628650"/>
                </a:lnTo>
                <a:lnTo>
                  <a:pt x="90488" y="590550"/>
                </a:lnTo>
                <a:lnTo>
                  <a:pt x="33338" y="666750"/>
                </a:lnTo>
                <a:lnTo>
                  <a:pt x="19050" y="642938"/>
                </a:lnTo>
                <a:lnTo>
                  <a:pt x="57150" y="595313"/>
                </a:lnTo>
                <a:lnTo>
                  <a:pt x="66675" y="566738"/>
                </a:lnTo>
                <a:lnTo>
                  <a:pt x="28575" y="547688"/>
                </a:lnTo>
                <a:lnTo>
                  <a:pt x="0" y="490538"/>
                </a:lnTo>
                <a:lnTo>
                  <a:pt x="0" y="385763"/>
                </a:lnTo>
                <a:lnTo>
                  <a:pt x="14288" y="361950"/>
                </a:lnTo>
                <a:lnTo>
                  <a:pt x="85725" y="490538"/>
                </a:lnTo>
                <a:lnTo>
                  <a:pt x="85725" y="528638"/>
                </a:lnTo>
                <a:lnTo>
                  <a:pt x="100013" y="533400"/>
                </a:lnTo>
                <a:lnTo>
                  <a:pt x="123825" y="509588"/>
                </a:lnTo>
                <a:lnTo>
                  <a:pt x="95250" y="481013"/>
                </a:lnTo>
                <a:lnTo>
                  <a:pt x="66675" y="423863"/>
                </a:lnTo>
                <a:lnTo>
                  <a:pt x="66675" y="309563"/>
                </a:lnTo>
                <a:lnTo>
                  <a:pt x="76200" y="300038"/>
                </a:lnTo>
                <a:lnTo>
                  <a:pt x="76200" y="261938"/>
                </a:lnTo>
                <a:lnTo>
                  <a:pt x="95250" y="252413"/>
                </a:lnTo>
                <a:lnTo>
                  <a:pt x="114300" y="366713"/>
                </a:lnTo>
                <a:lnTo>
                  <a:pt x="142875" y="414338"/>
                </a:lnTo>
                <a:lnTo>
                  <a:pt x="157163" y="466725"/>
                </a:lnTo>
                <a:lnTo>
                  <a:pt x="171450" y="433388"/>
                </a:lnTo>
                <a:lnTo>
                  <a:pt x="133350" y="385763"/>
                </a:lnTo>
                <a:lnTo>
                  <a:pt x="123825" y="357188"/>
                </a:lnTo>
                <a:lnTo>
                  <a:pt x="133350" y="319088"/>
                </a:lnTo>
                <a:lnTo>
                  <a:pt x="147638" y="314325"/>
                </a:lnTo>
                <a:lnTo>
                  <a:pt x="180975" y="347663"/>
                </a:lnTo>
                <a:lnTo>
                  <a:pt x="190500" y="385763"/>
                </a:lnTo>
                <a:lnTo>
                  <a:pt x="204788" y="400050"/>
                </a:lnTo>
                <a:lnTo>
                  <a:pt x="219075" y="376238"/>
                </a:lnTo>
                <a:lnTo>
                  <a:pt x="219075" y="366713"/>
                </a:lnTo>
                <a:lnTo>
                  <a:pt x="171450" y="328613"/>
                </a:lnTo>
                <a:lnTo>
                  <a:pt x="152400" y="280988"/>
                </a:lnTo>
                <a:lnTo>
                  <a:pt x="161925" y="195263"/>
                </a:lnTo>
                <a:lnTo>
                  <a:pt x="180975" y="204788"/>
                </a:lnTo>
                <a:lnTo>
                  <a:pt x="200025" y="252413"/>
                </a:lnTo>
                <a:lnTo>
                  <a:pt x="238125" y="300038"/>
                </a:lnTo>
                <a:lnTo>
                  <a:pt x="238125" y="328613"/>
                </a:lnTo>
                <a:lnTo>
                  <a:pt x="252413" y="333375"/>
                </a:lnTo>
                <a:lnTo>
                  <a:pt x="266700" y="309563"/>
                </a:lnTo>
                <a:lnTo>
                  <a:pt x="238125" y="290513"/>
                </a:lnTo>
                <a:lnTo>
                  <a:pt x="219075" y="242888"/>
                </a:lnTo>
                <a:lnTo>
                  <a:pt x="219075" y="157163"/>
                </a:lnTo>
                <a:lnTo>
                  <a:pt x="233363" y="152400"/>
                </a:lnTo>
                <a:lnTo>
                  <a:pt x="247650" y="166688"/>
                </a:lnTo>
                <a:lnTo>
                  <a:pt x="285750" y="242888"/>
                </a:lnTo>
                <a:lnTo>
                  <a:pt x="285750" y="261938"/>
                </a:lnTo>
                <a:lnTo>
                  <a:pt x="300038" y="266700"/>
                </a:lnTo>
                <a:lnTo>
                  <a:pt x="304800" y="242888"/>
                </a:lnTo>
                <a:lnTo>
                  <a:pt x="276225" y="204788"/>
                </a:lnTo>
                <a:lnTo>
                  <a:pt x="276225" y="128588"/>
                </a:lnTo>
                <a:lnTo>
                  <a:pt x="290513" y="123825"/>
                </a:lnTo>
                <a:lnTo>
                  <a:pt x="304800" y="138113"/>
                </a:lnTo>
                <a:lnTo>
                  <a:pt x="323850" y="204788"/>
                </a:lnTo>
                <a:lnTo>
                  <a:pt x="338138" y="209550"/>
                </a:lnTo>
                <a:lnTo>
                  <a:pt x="342900" y="195263"/>
                </a:lnTo>
                <a:lnTo>
                  <a:pt x="323850" y="166688"/>
                </a:lnTo>
                <a:lnTo>
                  <a:pt x="323850" y="100013"/>
                </a:lnTo>
                <a:lnTo>
                  <a:pt x="338138" y="95250"/>
                </a:lnTo>
                <a:lnTo>
                  <a:pt x="352425" y="109538"/>
                </a:lnTo>
                <a:lnTo>
                  <a:pt x="366713" y="161925"/>
                </a:lnTo>
                <a:lnTo>
                  <a:pt x="381000" y="147638"/>
                </a:lnTo>
                <a:lnTo>
                  <a:pt x="361950" y="119063"/>
                </a:lnTo>
                <a:lnTo>
                  <a:pt x="371475" y="80963"/>
                </a:lnTo>
                <a:lnTo>
                  <a:pt x="385763" y="76200"/>
                </a:lnTo>
                <a:lnTo>
                  <a:pt x="395288" y="104775"/>
                </a:lnTo>
                <a:lnTo>
                  <a:pt x="400050" y="61913"/>
                </a:lnTo>
                <a:lnTo>
                  <a:pt x="414338" y="57150"/>
                </a:lnTo>
                <a:lnTo>
                  <a:pt x="423863" y="66675"/>
                </a:lnTo>
                <a:lnTo>
                  <a:pt x="428625" y="42863"/>
                </a:lnTo>
                <a:lnTo>
                  <a:pt x="471488" y="19050"/>
                </a:lnTo>
                <a:close/>
              </a:path>
            </a:pathLst>
          </a:custGeom>
          <a:solidFill>
            <a:srgbClr val="4F565F"/>
          </a:solidFill>
          <a:ln w="0">
            <a:noFill/>
          </a:ln>
        </p:spPr>
      </p:sp>
      <p:sp>
        <p:nvSpPr>
          <p:cNvPr id="79" name="任意形状 78">
            <a:extLst>
              <a:ext uri="{FF2B5EF4-FFF2-40B4-BE49-F238E27FC236}">
                <a16:creationId xmlns:a16="http://schemas.microsoft.com/office/drawing/2014/main" id="{A7CAFDE9-3633-4B30-B95E-EF8121464916}"/>
              </a:ext>
            </a:extLst>
          </p:cNvPr>
          <p:cNvSpPr>
            <a:spLocks noGrp="1"/>
          </p:cNvSpPr>
          <p:nvPr/>
        </p:nvSpPr>
        <p:spPr>
          <a:xfrm>
            <a:off x="3514725" y="1630680"/>
            <a:ext cx="295275" cy="224790"/>
          </a:xfrm>
          <a:custGeom>
            <a:avLst/>
            <a:gdLst/>
            <a:ahLst/>
            <a:cxnLst/>
            <a:rect l="0" t="0" r="0" b="0"/>
            <a:pathLst>
              <a:path w="295275" h="224790">
                <a:moveTo>
                  <a:pt x="0" y="86678"/>
                </a:moveTo>
                <a:lnTo>
                  <a:pt x="132874" y="86678"/>
                </a:lnTo>
                <a:lnTo>
                  <a:pt x="132874" y="0"/>
                </a:lnTo>
                <a:lnTo>
                  <a:pt x="295275" y="112395"/>
                </a:lnTo>
                <a:lnTo>
                  <a:pt x="132874" y="224790"/>
                </a:lnTo>
                <a:lnTo>
                  <a:pt x="132874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0B86E4"/>
          </a:solidFill>
          <a:ln w="0">
            <a:noFill/>
          </a:ln>
        </p:spPr>
      </p:sp>
      <p:sp>
        <p:nvSpPr>
          <p:cNvPr id="80" name="任意形状 79">
            <a:extLst>
              <a:ext uri="{FF2B5EF4-FFF2-40B4-BE49-F238E27FC236}">
                <a16:creationId xmlns:a16="http://schemas.microsoft.com/office/drawing/2014/main" id="{675D71DD-A66B-4186-815C-EFC8F2CB1F0E}"/>
              </a:ext>
            </a:extLst>
          </p:cNvPr>
          <p:cNvSpPr>
            <a:spLocks noGrp="1"/>
          </p:cNvSpPr>
          <p:nvPr/>
        </p:nvSpPr>
        <p:spPr>
          <a:xfrm>
            <a:off x="7077075" y="1625918"/>
            <a:ext cx="261938" cy="224790"/>
          </a:xfrm>
          <a:custGeom>
            <a:avLst/>
            <a:gdLst/>
            <a:ahLst/>
            <a:cxnLst/>
            <a:rect l="0" t="0" r="0" b="0"/>
            <a:pathLst>
              <a:path w="261938" h="224790">
                <a:moveTo>
                  <a:pt x="0" y="86678"/>
                </a:moveTo>
                <a:lnTo>
                  <a:pt x="117920" y="86678"/>
                </a:lnTo>
                <a:lnTo>
                  <a:pt x="117920" y="0"/>
                </a:lnTo>
                <a:lnTo>
                  <a:pt x="261938" y="112395"/>
                </a:lnTo>
                <a:lnTo>
                  <a:pt x="117920" y="224790"/>
                </a:lnTo>
                <a:lnTo>
                  <a:pt x="11792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0B86E4"/>
          </a:solidFill>
          <a:ln w="0">
            <a:noFill/>
          </a:ln>
        </p:spPr>
      </p:sp>
      <p:sp>
        <p:nvSpPr>
          <p:cNvPr id="81" name="任意形状 80">
            <a:extLst>
              <a:ext uri="{FF2B5EF4-FFF2-40B4-BE49-F238E27FC236}">
                <a16:creationId xmlns:a16="http://schemas.microsoft.com/office/drawing/2014/main" id="{67D0C337-4D38-478B-957C-293AFBCFCBD0}"/>
              </a:ext>
            </a:extLst>
          </p:cNvPr>
          <p:cNvSpPr>
            <a:spLocks noGrp="1"/>
          </p:cNvSpPr>
          <p:nvPr/>
        </p:nvSpPr>
        <p:spPr>
          <a:xfrm>
            <a:off x="9848850" y="1630680"/>
            <a:ext cx="295275" cy="224790"/>
          </a:xfrm>
          <a:custGeom>
            <a:avLst/>
            <a:gdLst/>
            <a:ahLst/>
            <a:cxnLst/>
            <a:rect l="0" t="0" r="0" b="0"/>
            <a:pathLst>
              <a:path w="295275" h="224790">
                <a:moveTo>
                  <a:pt x="0" y="86678"/>
                </a:moveTo>
                <a:lnTo>
                  <a:pt x="132874" y="86678"/>
                </a:lnTo>
                <a:lnTo>
                  <a:pt x="132874" y="0"/>
                </a:lnTo>
                <a:lnTo>
                  <a:pt x="295275" y="112395"/>
                </a:lnTo>
                <a:lnTo>
                  <a:pt x="132874" y="224790"/>
                </a:lnTo>
                <a:lnTo>
                  <a:pt x="132874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0B86E4"/>
          </a:solidFill>
          <a:ln w="0">
            <a:noFill/>
          </a:ln>
        </p:spPr>
      </p:sp>
      <p:sp>
        <p:nvSpPr>
          <p:cNvPr id="82" name="任意形状 81">
            <a:extLst>
              <a:ext uri="{FF2B5EF4-FFF2-40B4-BE49-F238E27FC236}">
                <a16:creationId xmlns:a16="http://schemas.microsoft.com/office/drawing/2014/main" id="{7BE7827C-027B-4850-8729-79845C149F86}"/>
              </a:ext>
            </a:extLst>
          </p:cNvPr>
          <p:cNvSpPr>
            <a:spLocks noGrp="1"/>
          </p:cNvSpPr>
          <p:nvPr/>
        </p:nvSpPr>
        <p:spPr>
          <a:xfrm>
            <a:off x="13449300" y="1630680"/>
            <a:ext cx="285750" cy="224790"/>
          </a:xfrm>
          <a:custGeom>
            <a:avLst/>
            <a:gdLst/>
            <a:ahLst/>
            <a:cxnLst/>
            <a:rect l="0" t="0" r="0" b="0"/>
            <a:pathLst>
              <a:path w="285750" h="224790">
                <a:moveTo>
                  <a:pt x="0" y="86678"/>
                </a:moveTo>
                <a:lnTo>
                  <a:pt x="128588" y="86678"/>
                </a:lnTo>
                <a:lnTo>
                  <a:pt x="128588" y="0"/>
                </a:lnTo>
                <a:lnTo>
                  <a:pt x="285750" y="112395"/>
                </a:lnTo>
                <a:lnTo>
                  <a:pt x="128588" y="224790"/>
                </a:lnTo>
                <a:lnTo>
                  <a:pt x="128588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0B86E4"/>
          </a:solidFill>
          <a:ln w="0">
            <a:noFill/>
          </a:ln>
        </p:spPr>
      </p:sp>
      <p:sp>
        <p:nvSpPr>
          <p:cNvPr id="83" name="任意形状 82">
            <a:extLst>
              <a:ext uri="{FF2B5EF4-FFF2-40B4-BE49-F238E27FC236}">
                <a16:creationId xmlns:a16="http://schemas.microsoft.com/office/drawing/2014/main" id="{DC3E46A5-383B-4690-9A61-CBBABCC4FF3A}"/>
              </a:ext>
            </a:extLst>
          </p:cNvPr>
          <p:cNvSpPr>
            <a:spLocks noGrp="1"/>
          </p:cNvSpPr>
          <p:nvPr/>
        </p:nvSpPr>
        <p:spPr>
          <a:xfrm>
            <a:off x="6210300" y="5010150"/>
            <a:ext cx="295275" cy="228600"/>
          </a:xfrm>
          <a:custGeom>
            <a:avLst/>
            <a:gdLst/>
            <a:ahLst/>
            <a:cxnLst/>
            <a:rect l="0" t="0" r="0" b="0"/>
            <a:pathLst>
              <a:path w="295275" h="228600">
                <a:moveTo>
                  <a:pt x="0" y="89535"/>
                </a:moveTo>
                <a:lnTo>
                  <a:pt x="142875" y="89535"/>
                </a:lnTo>
                <a:lnTo>
                  <a:pt x="142875" y="0"/>
                </a:lnTo>
                <a:lnTo>
                  <a:pt x="295275" y="114300"/>
                </a:lnTo>
                <a:lnTo>
                  <a:pt x="142875" y="228600"/>
                </a:lnTo>
                <a:lnTo>
                  <a:pt x="142875" y="139065"/>
                </a:lnTo>
                <a:lnTo>
                  <a:pt x="0" y="139065"/>
                </a:lnTo>
                <a:close/>
              </a:path>
            </a:pathLst>
          </a:custGeom>
          <a:solidFill>
            <a:srgbClr val="23A183"/>
          </a:solidFill>
          <a:ln w="0">
            <a:noFill/>
          </a:ln>
        </p:spPr>
      </p:sp>
      <p:sp>
        <p:nvSpPr>
          <p:cNvPr id="84" name="任意形状 83">
            <a:extLst>
              <a:ext uri="{FF2B5EF4-FFF2-40B4-BE49-F238E27FC236}">
                <a16:creationId xmlns:a16="http://schemas.microsoft.com/office/drawing/2014/main" id="{EEEEC4F0-4E70-4F9A-B1F6-32887F43A5DA}"/>
              </a:ext>
            </a:extLst>
          </p:cNvPr>
          <p:cNvSpPr>
            <a:spLocks noGrp="1"/>
          </p:cNvSpPr>
          <p:nvPr/>
        </p:nvSpPr>
        <p:spPr>
          <a:xfrm>
            <a:off x="11582400" y="5062538"/>
            <a:ext cx="190500" cy="123825"/>
          </a:xfrm>
          <a:custGeom>
            <a:avLst/>
            <a:gdLst/>
            <a:ahLst/>
            <a:cxnLst/>
            <a:rect l="0" t="0" r="0" b="0"/>
            <a:pathLst>
              <a:path w="190500" h="123825">
                <a:moveTo>
                  <a:pt x="0" y="0"/>
                </a:moveTo>
                <a:lnTo>
                  <a:pt x="190500" y="61913"/>
                </a:lnTo>
                <a:lnTo>
                  <a:pt x="0" y="123825"/>
                </a:lnTo>
                <a:close/>
              </a:path>
            </a:pathLst>
          </a:custGeom>
          <a:solidFill>
            <a:srgbClr val="6B7683"/>
          </a:solidFill>
          <a:ln w="0">
            <a:noFill/>
          </a:ln>
        </p:spPr>
      </p:sp>
      <p:sp>
        <p:nvSpPr>
          <p:cNvPr id="85" name="直角上箭头 84">
            <a:extLst>
              <a:ext uri="{FF2B5EF4-FFF2-40B4-BE49-F238E27FC236}">
                <a16:creationId xmlns:a16="http://schemas.microsoft.com/office/drawing/2014/main" id="{505FA29F-2D40-471D-92BA-86C77965F6F8}"/>
              </a:ext>
            </a:extLst>
          </p:cNvPr>
          <p:cNvSpPr>
            <a:spLocks noGrp="1"/>
          </p:cNvSpPr>
          <p:nvPr/>
        </p:nvSpPr>
        <p:spPr>
          <a:xfrm rot="10800000">
            <a:off x="3436144" y="3457575"/>
            <a:ext cx="11765756" cy="361950"/>
          </a:xfrm>
          <a:prstGeom prst="bentUpArrow">
            <a:avLst>
              <a:gd name="adj1" fmla="val 25000"/>
              <a:gd name="adj2" fmla="val 25000"/>
              <a:gd name="adj3" fmla="val 50000"/>
            </a:avLst>
          </a:prstGeom>
          <a:solidFill>
            <a:srgbClr val="0B86E4"/>
          </a:solidFill>
          <a:ln w="0">
            <a:noFill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67D994A5-9F7F-4270-A4D0-A7E5FD11BF5D}"/>
              </a:ext>
            </a:extLst>
          </p:cNvPr>
          <p:cNvSpPr>
            <a:spLocks noGrp="1"/>
          </p:cNvSpPr>
          <p:nvPr/>
        </p:nvSpPr>
        <p:spPr>
          <a:xfrm>
            <a:off x="395288" y="459581"/>
            <a:ext cx="438150" cy="3857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BAD04DAD-3A9A-4D4D-AB5C-7D88738197DF}"/>
              </a:ext>
            </a:extLst>
          </p:cNvPr>
          <p:cNvSpPr>
            <a:spLocks noGrp="1"/>
          </p:cNvSpPr>
          <p:nvPr/>
        </p:nvSpPr>
        <p:spPr>
          <a:xfrm>
            <a:off x="3981450" y="459581"/>
            <a:ext cx="438150" cy="3857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A32B4D25-B91B-48B2-9C07-09ABFD5F5928}"/>
              </a:ext>
            </a:extLst>
          </p:cNvPr>
          <p:cNvSpPr>
            <a:spLocks noGrp="1"/>
          </p:cNvSpPr>
          <p:nvPr/>
        </p:nvSpPr>
        <p:spPr>
          <a:xfrm>
            <a:off x="7505700" y="459581"/>
            <a:ext cx="438150" cy="3857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7A6B43CC-CEBB-454B-B0F5-EA6716C9A6F4}"/>
              </a:ext>
            </a:extLst>
          </p:cNvPr>
          <p:cNvSpPr>
            <a:spLocks noGrp="1"/>
          </p:cNvSpPr>
          <p:nvPr/>
        </p:nvSpPr>
        <p:spPr>
          <a:xfrm>
            <a:off x="10306050" y="459581"/>
            <a:ext cx="438150" cy="3857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391ABBC-31A9-4E03-9313-CDD64904D234}"/>
              </a:ext>
            </a:extLst>
          </p:cNvPr>
          <p:cNvSpPr>
            <a:spLocks noGrp="1"/>
          </p:cNvSpPr>
          <p:nvPr/>
        </p:nvSpPr>
        <p:spPr>
          <a:xfrm>
            <a:off x="13911263" y="459581"/>
            <a:ext cx="438150" cy="3857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29CA253-9F4D-4A9C-864E-637D69B87A64}"/>
              </a:ext>
            </a:extLst>
          </p:cNvPr>
          <p:cNvSpPr>
            <a:spLocks noGrp="1"/>
          </p:cNvSpPr>
          <p:nvPr/>
        </p:nvSpPr>
        <p:spPr>
          <a:xfrm>
            <a:off x="1757363" y="3917156"/>
            <a:ext cx="438150" cy="3857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0731C6BF-CA4A-4A29-A02F-0E06E48BE0FA}"/>
              </a:ext>
            </a:extLst>
          </p:cNvPr>
          <p:cNvSpPr>
            <a:spLocks noGrp="1"/>
          </p:cNvSpPr>
          <p:nvPr/>
        </p:nvSpPr>
        <p:spPr>
          <a:xfrm>
            <a:off x="6677025" y="3926681"/>
            <a:ext cx="438150" cy="3857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E798D54-CBDA-4C04-8466-29C1FACC883F}"/>
              </a:ext>
            </a:extLst>
          </p:cNvPr>
          <p:cNvSpPr>
            <a:spLocks noGrp="1"/>
          </p:cNvSpPr>
          <p:nvPr/>
        </p:nvSpPr>
        <p:spPr>
          <a:xfrm>
            <a:off x="11887200" y="3926681"/>
            <a:ext cx="438150" cy="3857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1B2BAD40-83DD-4838-BE6E-EA3113F8DF34}"/>
              </a:ext>
            </a:extLst>
          </p:cNvPr>
          <p:cNvSpPr>
            <a:spLocks noGrp="1"/>
          </p:cNvSpPr>
          <p:nvPr/>
        </p:nvSpPr>
        <p:spPr>
          <a:xfrm>
            <a:off x="971550" y="459653"/>
            <a:ext cx="1724025" cy="3284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4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724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Source Retrieval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4D253FD-1BFC-4A37-B7D6-D85BC3F7EB07}"/>
              </a:ext>
            </a:extLst>
          </p:cNvPr>
          <p:cNvSpPr>
            <a:spLocks noGrp="1"/>
          </p:cNvSpPr>
          <p:nvPr/>
        </p:nvSpPr>
        <p:spPr>
          <a:xfrm>
            <a:off x="1333500" y="1076325"/>
            <a:ext cx="952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iNaturalist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7766B89-0B9C-4EDB-835D-E0E58C5D5B4C}"/>
              </a:ext>
            </a:extLst>
          </p:cNvPr>
          <p:cNvSpPr>
            <a:spLocks noGrp="1"/>
          </p:cNvSpPr>
          <p:nvPr/>
        </p:nvSpPr>
        <p:spPr>
          <a:xfrm>
            <a:off x="1333500" y="1325237"/>
            <a:ext cx="1190625" cy="2356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37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37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(research-grade)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D1C4FFB6-2742-4E6A-BD72-834579F8891D}"/>
              </a:ext>
            </a:extLst>
          </p:cNvPr>
          <p:cNvSpPr>
            <a:spLocks noGrp="1"/>
          </p:cNvSpPr>
          <p:nvPr/>
        </p:nvSpPr>
        <p:spPr>
          <a:xfrm>
            <a:off x="1333500" y="1600772"/>
            <a:ext cx="1724025" cy="256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44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344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3,157</a:t>
            </a:r>
            <a:r>
              <a:rPr sz="1344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 (post-balancing)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E31CE67A-38ED-4B85-BCFE-32799DF929AF}"/>
              </a:ext>
            </a:extLst>
          </p:cNvPr>
          <p:cNvSpPr>
            <a:spLocks noGrp="1"/>
          </p:cNvSpPr>
          <p:nvPr/>
        </p:nvSpPr>
        <p:spPr>
          <a:xfrm>
            <a:off x="1343025" y="2116098"/>
            <a:ext cx="438150" cy="2636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4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384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GBIF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9801193-5313-4FC4-BC11-582CC404A81D}"/>
              </a:ext>
            </a:extLst>
          </p:cNvPr>
          <p:cNvSpPr>
            <a:spLocks noGrp="1"/>
          </p:cNvSpPr>
          <p:nvPr/>
        </p:nvSpPr>
        <p:spPr>
          <a:xfrm>
            <a:off x="1343025" y="2339245"/>
            <a:ext cx="1466850" cy="2268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91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191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(incl. iDigBio-digitised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E44549D8-EDEB-484E-80B1-DD52C7BC8B74}"/>
              </a:ext>
            </a:extLst>
          </p:cNvPr>
          <p:cNvSpPr>
            <a:spLocks noGrp="1"/>
          </p:cNvSpPr>
          <p:nvPr/>
        </p:nvSpPr>
        <p:spPr>
          <a:xfrm>
            <a:off x="1333500" y="2539627"/>
            <a:ext cx="514350" cy="2261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87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187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sheets)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CCA9A9E9-99CB-4C1F-936B-8A001A780FF1}"/>
              </a:ext>
            </a:extLst>
          </p:cNvPr>
          <p:cNvSpPr>
            <a:spLocks noGrp="1"/>
          </p:cNvSpPr>
          <p:nvPr/>
        </p:nvSpPr>
        <p:spPr>
          <a:xfrm>
            <a:off x="1343025" y="2745200"/>
            <a:ext cx="1704975" cy="2531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29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329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2,812</a:t>
            </a:r>
            <a:r>
              <a:rPr sz="1329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 (post-balancing)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C494AFB8-E2B4-417C-B2E9-B3BE0636C15F}"/>
              </a:ext>
            </a:extLst>
          </p:cNvPr>
          <p:cNvSpPr>
            <a:spLocks noGrp="1"/>
          </p:cNvSpPr>
          <p:nvPr/>
        </p:nvSpPr>
        <p:spPr>
          <a:xfrm>
            <a:off x="4600575" y="465701"/>
            <a:ext cx="2505075" cy="3544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61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861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Taxonomic Backbone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4051A0D-E529-4503-A33D-6DC3BD550577}"/>
              </a:ext>
            </a:extLst>
          </p:cNvPr>
          <p:cNvSpPr>
            <a:spLocks noGrp="1"/>
          </p:cNvSpPr>
          <p:nvPr/>
        </p:nvSpPr>
        <p:spPr>
          <a:xfrm>
            <a:off x="4800600" y="1181505"/>
            <a:ext cx="1962150" cy="2944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6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546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155</a:t>
            </a:r>
            <a:r>
              <a:rPr sz="1546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 candidate species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67DBBFF8-C4A5-4DA4-BBE2-9CC205364B98}"/>
              </a:ext>
            </a:extLst>
          </p:cNvPr>
          <p:cNvSpPr>
            <a:spLocks noGrp="1"/>
          </p:cNvSpPr>
          <p:nvPr/>
        </p:nvSpPr>
        <p:spPr>
          <a:xfrm>
            <a:off x="4810125" y="1463826"/>
            <a:ext cx="1943100" cy="244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82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82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family treatment per PPG I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09975EC5-7154-4C0C-BF6F-7F0F93F3B1A2}"/>
              </a:ext>
            </a:extLst>
          </p:cNvPr>
          <p:cNvSpPr>
            <a:spLocks noGrp="1"/>
          </p:cNvSpPr>
          <p:nvPr/>
        </p:nvSpPr>
        <p:spPr>
          <a:xfrm>
            <a:off x="4810125" y="2210681"/>
            <a:ext cx="1704975" cy="2744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41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441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152</a:t>
            </a:r>
            <a:r>
              <a:rPr sz="1441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 species retained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02EB5522-0AC2-430C-A484-3B9B987232EC}"/>
              </a:ext>
            </a:extLst>
          </p:cNvPr>
          <p:cNvSpPr>
            <a:spLocks noGrp="1"/>
          </p:cNvSpPr>
          <p:nvPr/>
        </p:nvSpPr>
        <p:spPr>
          <a:xfrm>
            <a:off x="4810125" y="2495455"/>
            <a:ext cx="962025" cy="2954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51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551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30</a:t>
            </a:r>
            <a:r>
              <a:rPr sz="1551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 families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04F93261-10D6-41FC-8234-8051E99BEAE3}"/>
              </a:ext>
            </a:extLst>
          </p:cNvPr>
          <p:cNvSpPr>
            <a:spLocks noGrp="1"/>
          </p:cNvSpPr>
          <p:nvPr/>
        </p:nvSpPr>
        <p:spPr>
          <a:xfrm>
            <a:off x="8105775" y="470178"/>
            <a:ext cx="1524000" cy="3264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14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714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Collected Pool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9B386A12-AED6-4EDF-8A12-E2718A6E8D46}"/>
              </a:ext>
            </a:extLst>
          </p:cNvPr>
          <p:cNvSpPr>
            <a:spLocks noGrp="1"/>
          </p:cNvSpPr>
          <p:nvPr/>
        </p:nvSpPr>
        <p:spPr>
          <a:xfrm>
            <a:off x="7753350" y="1812060"/>
            <a:ext cx="1381125" cy="3287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6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726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6,237 images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925241D-5D87-4451-9459-DC44023D5B7C}"/>
              </a:ext>
            </a:extLst>
          </p:cNvPr>
          <p:cNvSpPr>
            <a:spLocks noGrp="1"/>
          </p:cNvSpPr>
          <p:nvPr/>
        </p:nvSpPr>
        <p:spPr>
          <a:xfrm>
            <a:off x="7743825" y="2152436"/>
            <a:ext cx="1419225" cy="2576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2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352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1–120 per species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313118B8-1ACF-491A-9E41-A593A538AE5F}"/>
              </a:ext>
            </a:extLst>
          </p:cNvPr>
          <p:cNvSpPr>
            <a:spLocks noGrp="1"/>
          </p:cNvSpPr>
          <p:nvPr/>
        </p:nvSpPr>
        <p:spPr>
          <a:xfrm>
            <a:off x="7753350" y="2433328"/>
            <a:ext cx="1828800" cy="238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53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53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(152 species, 30 families)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9189122B-C4C3-4046-A333-C3E785807284}"/>
              </a:ext>
            </a:extLst>
          </p:cNvPr>
          <p:cNvSpPr>
            <a:spLocks noGrp="1"/>
          </p:cNvSpPr>
          <p:nvPr/>
        </p:nvSpPr>
        <p:spPr>
          <a:xfrm>
            <a:off x="10915650" y="468535"/>
            <a:ext cx="2219325" cy="32975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31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731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Licence Stratification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0892E6E3-B492-4F4C-9AC8-C00084F92C5D}"/>
              </a:ext>
            </a:extLst>
          </p:cNvPr>
          <p:cNvSpPr>
            <a:spLocks noGrp="1"/>
          </p:cNvSpPr>
          <p:nvPr/>
        </p:nvSpPr>
        <p:spPr>
          <a:xfrm>
            <a:off x="10858500" y="1781651"/>
            <a:ext cx="1171575" cy="237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45">
                <a:solidFill>
                  <a:srgbClr val="1E5F49"/>
                </a:solidFill>
                <a:latin typeface="Arial"/>
                <a:ea typeface="Arial"/>
                <a:cs typeface="Arial"/>
              </a:defRPr>
            </a:pPr>
            <a:r>
              <a:rPr sz="1245" b="1">
                <a:solidFill>
                  <a:srgbClr val="1E5F49"/>
                </a:solidFill>
                <a:latin typeface="Arial"/>
                <a:ea typeface="Arial"/>
                <a:cs typeface="Arial"/>
              </a:rPr>
              <a:t>Redistributable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66F0B6C3-E7C0-4BB1-A86D-0933F720066C}"/>
              </a:ext>
            </a:extLst>
          </p:cNvPr>
          <p:cNvSpPr>
            <a:spLocks noGrp="1"/>
          </p:cNvSpPr>
          <p:nvPr/>
        </p:nvSpPr>
        <p:spPr>
          <a:xfrm>
            <a:off x="12201525" y="1770602"/>
            <a:ext cx="485775" cy="2783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61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461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1,432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F07D67B-63ED-4F18-8450-8E4A1A952EB2}"/>
              </a:ext>
            </a:extLst>
          </p:cNvPr>
          <p:cNvSpPr>
            <a:spLocks noGrp="1"/>
          </p:cNvSpPr>
          <p:nvPr/>
        </p:nvSpPr>
        <p:spPr>
          <a:xfrm>
            <a:off x="12753975" y="1784866"/>
            <a:ext cx="428625" cy="2307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11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11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(24%)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22BA7F79-34ED-493F-879E-2193FDB73142}"/>
              </a:ext>
            </a:extLst>
          </p:cNvPr>
          <p:cNvSpPr>
            <a:spLocks noGrp="1"/>
          </p:cNvSpPr>
          <p:nvPr/>
        </p:nvSpPr>
        <p:spPr>
          <a:xfrm>
            <a:off x="10858500" y="2275546"/>
            <a:ext cx="771525" cy="230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10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10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Restricted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AFDD08A6-66A1-43E3-B7FF-1998CD1FE87D}"/>
              </a:ext>
            </a:extLst>
          </p:cNvPr>
          <p:cNvSpPr>
            <a:spLocks noGrp="1"/>
          </p:cNvSpPr>
          <p:nvPr/>
        </p:nvSpPr>
        <p:spPr>
          <a:xfrm>
            <a:off x="12201525" y="2251901"/>
            <a:ext cx="504825" cy="277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58">
                <a:solidFill>
                  <a:srgbClr val="8E1229"/>
                </a:solidFill>
                <a:latin typeface="Arial"/>
                <a:ea typeface="Arial"/>
                <a:cs typeface="Arial"/>
              </a:defRPr>
            </a:pPr>
            <a:r>
              <a:rPr sz="1458" b="1">
                <a:solidFill>
                  <a:srgbClr val="8E1229"/>
                </a:solidFill>
                <a:latin typeface="Arial"/>
                <a:ea typeface="Arial"/>
                <a:cs typeface="Arial"/>
              </a:rPr>
              <a:t>4,537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44A044A6-F025-4A11-B9AB-82469DDD9F7E}"/>
              </a:ext>
            </a:extLst>
          </p:cNvPr>
          <p:cNvSpPr>
            <a:spLocks noGrp="1"/>
          </p:cNvSpPr>
          <p:nvPr/>
        </p:nvSpPr>
        <p:spPr>
          <a:xfrm>
            <a:off x="12753975" y="2275403"/>
            <a:ext cx="428625" cy="2307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11">
                <a:solidFill>
                  <a:srgbClr val="8E1229"/>
                </a:solidFill>
                <a:latin typeface="Arial"/>
                <a:ea typeface="Arial"/>
                <a:cs typeface="Arial"/>
              </a:defRPr>
            </a:pPr>
            <a:r>
              <a:rPr sz="1211" b="0">
                <a:solidFill>
                  <a:srgbClr val="8E1229"/>
                </a:solidFill>
                <a:latin typeface="Arial"/>
                <a:ea typeface="Arial"/>
                <a:cs typeface="Arial"/>
              </a:rPr>
              <a:t>(76%)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8422FCB7-E5E3-4414-929E-B3BC8F5636F5}"/>
              </a:ext>
            </a:extLst>
          </p:cNvPr>
          <p:cNvSpPr>
            <a:spLocks noGrp="1"/>
          </p:cNvSpPr>
          <p:nvPr/>
        </p:nvSpPr>
        <p:spPr>
          <a:xfrm>
            <a:off x="10677525" y="2678263"/>
            <a:ext cx="2324100" cy="244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82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82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(Pre-stratification: 1,465 / 4,772)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82475EFA-CC4C-48AF-8F84-97893C35CC5A}"/>
              </a:ext>
            </a:extLst>
          </p:cNvPr>
          <p:cNvSpPr>
            <a:spLocks noGrp="1"/>
          </p:cNvSpPr>
          <p:nvPr/>
        </p:nvSpPr>
        <p:spPr>
          <a:xfrm>
            <a:off x="14497050" y="461081"/>
            <a:ext cx="1038225" cy="32561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09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709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Balancing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7E4CB35E-EB8F-4675-BED6-5D5261F11045}"/>
              </a:ext>
            </a:extLst>
          </p:cNvPr>
          <p:cNvSpPr>
            <a:spLocks noGrp="1"/>
          </p:cNvSpPr>
          <p:nvPr/>
        </p:nvSpPr>
        <p:spPr>
          <a:xfrm>
            <a:off x="14058900" y="1409581"/>
            <a:ext cx="2324100" cy="247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01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301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Cap at 60 images per species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B89F6B7E-A42B-4CC0-84B5-2DA88B99903A}"/>
              </a:ext>
            </a:extLst>
          </p:cNvPr>
          <p:cNvSpPr>
            <a:spLocks noGrp="1"/>
          </p:cNvSpPr>
          <p:nvPr/>
        </p:nvSpPr>
        <p:spPr>
          <a:xfrm>
            <a:off x="14497050" y="1893832"/>
            <a:ext cx="600075" cy="3461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17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817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6,237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5CB001E0-1603-4CBF-B2E6-8CAC2C66B936}"/>
              </a:ext>
            </a:extLst>
          </p:cNvPr>
          <p:cNvSpPr>
            <a:spLocks noGrp="1"/>
          </p:cNvSpPr>
          <p:nvPr/>
        </p:nvSpPr>
        <p:spPr>
          <a:xfrm>
            <a:off x="15144750" y="1879616"/>
            <a:ext cx="228600" cy="31746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67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667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5BBACCDE-A0F3-4299-88F5-E9E63F0E71B1}"/>
              </a:ext>
            </a:extLst>
          </p:cNvPr>
          <p:cNvSpPr>
            <a:spLocks noGrp="1"/>
          </p:cNvSpPr>
          <p:nvPr/>
        </p:nvSpPr>
        <p:spPr>
          <a:xfrm>
            <a:off x="15420975" y="1890760"/>
            <a:ext cx="600075" cy="352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50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850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5,969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A5FA48AF-398A-4663-85DD-BE2D656D23C1}"/>
              </a:ext>
            </a:extLst>
          </p:cNvPr>
          <p:cNvSpPr>
            <a:spLocks noGrp="1"/>
          </p:cNvSpPr>
          <p:nvPr/>
        </p:nvSpPr>
        <p:spPr>
          <a:xfrm>
            <a:off x="14773275" y="2228660"/>
            <a:ext cx="295275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02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302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268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6654F4E9-09D0-4267-8FE3-6F38AFE2D46C}"/>
              </a:ext>
            </a:extLst>
          </p:cNvPr>
          <p:cNvSpPr>
            <a:spLocks noGrp="1"/>
          </p:cNvSpPr>
          <p:nvPr/>
        </p:nvSpPr>
        <p:spPr>
          <a:xfrm>
            <a:off x="15087600" y="2231660"/>
            <a:ext cx="647700" cy="2420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1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71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removed</a:t>
            </a: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F53E7537-16DC-4037-BD8D-D619B65AD397}"/>
              </a:ext>
            </a:extLst>
          </p:cNvPr>
          <p:cNvSpPr>
            <a:spLocks noGrp="1"/>
          </p:cNvSpPr>
          <p:nvPr/>
        </p:nvSpPr>
        <p:spPr>
          <a:xfrm>
            <a:off x="14563725" y="2493169"/>
            <a:ext cx="857250" cy="242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Specimens: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FF7E6964-C3D0-43D3-9C3C-C9A3D5570877}"/>
              </a:ext>
            </a:extLst>
          </p:cNvPr>
          <p:cNvSpPr>
            <a:spLocks noGrp="1"/>
          </p:cNvSpPr>
          <p:nvPr/>
        </p:nvSpPr>
        <p:spPr>
          <a:xfrm>
            <a:off x="15440025" y="2477072"/>
            <a:ext cx="504825" cy="256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44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344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28.0%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EF3F9A91-1A86-48E6-80D0-C4E1F46BFA6D}"/>
              </a:ext>
            </a:extLst>
          </p:cNvPr>
          <p:cNvSpPr>
            <a:spLocks noGrp="1"/>
          </p:cNvSpPr>
          <p:nvPr/>
        </p:nvSpPr>
        <p:spPr>
          <a:xfrm>
            <a:off x="2381250" y="3931468"/>
            <a:ext cx="2286000" cy="319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75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675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Three-axis Annotation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FE1A9B76-09DA-44B0-98E8-ABB397A1E6E2}"/>
              </a:ext>
            </a:extLst>
          </p:cNvPr>
          <p:cNvSpPr>
            <a:spLocks noGrp="1"/>
          </p:cNvSpPr>
          <p:nvPr/>
        </p:nvSpPr>
        <p:spPr>
          <a:xfrm>
            <a:off x="2628900" y="4462129"/>
            <a:ext cx="1181100" cy="24831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03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303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image_domain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7482DBA-5A15-4BDC-A402-99241E2F5363}"/>
              </a:ext>
            </a:extLst>
          </p:cNvPr>
          <p:cNvSpPr>
            <a:spLocks noGrp="1"/>
          </p:cNvSpPr>
          <p:nvPr/>
        </p:nvSpPr>
        <p:spPr>
          <a:xfrm>
            <a:off x="4286250" y="4461653"/>
            <a:ext cx="1238250" cy="239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59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59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(field / specimen)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8399E6D9-CAF2-450D-A5BB-848DE567186E}"/>
              </a:ext>
            </a:extLst>
          </p:cNvPr>
          <p:cNvSpPr>
            <a:spLocks noGrp="1"/>
          </p:cNvSpPr>
          <p:nvPr/>
        </p:nvSpPr>
        <p:spPr>
          <a:xfrm>
            <a:off x="2619375" y="4874133"/>
            <a:ext cx="552450" cy="2434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8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78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A84A26BA-5B3F-4856-B7B0-8FCC99656B81}"/>
              </a:ext>
            </a:extLst>
          </p:cNvPr>
          <p:cNvSpPr>
            <a:spLocks noGrp="1"/>
          </p:cNvSpPr>
          <p:nvPr/>
        </p:nvSpPr>
        <p:spPr>
          <a:xfrm>
            <a:off x="4286250" y="4869037"/>
            <a:ext cx="942975" cy="2346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32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32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(data source)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A88D4276-FFAA-41BD-8305-6E7F062933F7}"/>
              </a:ext>
            </a:extLst>
          </p:cNvPr>
          <p:cNvSpPr>
            <a:spLocks noGrp="1"/>
          </p:cNvSpPr>
          <p:nvPr/>
        </p:nvSpPr>
        <p:spPr>
          <a:xfrm>
            <a:off x="2619375" y="5271897"/>
            <a:ext cx="1143000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02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302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country_clean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8998EA18-D3F7-463D-A741-13C3CE8941AD}"/>
              </a:ext>
            </a:extLst>
          </p:cNvPr>
          <p:cNvSpPr>
            <a:spLocks noGrp="1"/>
          </p:cNvSpPr>
          <p:nvPr/>
        </p:nvSpPr>
        <p:spPr>
          <a:xfrm>
            <a:off x="4286250" y="5267444"/>
            <a:ext cx="1485900" cy="2378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49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49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(normalised country)</a:t>
            </a: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DC64B276-3FDA-4690-A141-5FD99ED9B32C}"/>
              </a:ext>
            </a:extLst>
          </p:cNvPr>
          <p:cNvSpPr>
            <a:spLocks noGrp="1"/>
          </p:cNvSpPr>
          <p:nvPr/>
        </p:nvSpPr>
        <p:spPr>
          <a:xfrm>
            <a:off x="2476500" y="5752790"/>
            <a:ext cx="2057400" cy="2101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03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103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1,468</a:t>
            </a:r>
            <a:r>
              <a:rPr sz="1103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 raw values → </a:t>
            </a:r>
            <a:r>
              <a:rPr sz="1103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80</a:t>
            </a:r>
            <a:r>
              <a:rPr sz="1103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 countries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6ADAB4A7-DBE1-4230-8992-90454B690FA7}"/>
              </a:ext>
            </a:extLst>
          </p:cNvPr>
          <p:cNvSpPr>
            <a:spLocks noGrp="1"/>
          </p:cNvSpPr>
          <p:nvPr/>
        </p:nvSpPr>
        <p:spPr>
          <a:xfrm>
            <a:off x="2381250" y="6009775"/>
            <a:ext cx="1466850" cy="20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5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055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UNK </a:t>
            </a:r>
            <a:r>
              <a:rPr sz="1055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5.5%</a:t>
            </a:r>
            <a:r>
              <a:rPr sz="1055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 (330 images)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F85CEA4F-1268-4246-9E6D-74ABB8A958A5}"/>
              </a:ext>
            </a:extLst>
          </p:cNvPr>
          <p:cNvSpPr>
            <a:spLocks noGrp="1"/>
          </p:cNvSpPr>
          <p:nvPr/>
        </p:nvSpPr>
        <p:spPr>
          <a:xfrm>
            <a:off x="2390775" y="6258163"/>
            <a:ext cx="1924050" cy="2185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48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Field </a:t>
            </a:r>
            <a:r>
              <a:rPr sz="1148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4,300</a:t>
            </a:r>
            <a:r>
              <a:rPr sz="1148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 / Specimen </a:t>
            </a:r>
            <a:r>
              <a:rPr sz="1148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1,669</a:t>
            </a: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6F9243EE-C472-47C4-8652-E29FA0895744}"/>
              </a:ext>
            </a:extLst>
          </p:cNvPr>
          <p:cNvSpPr>
            <a:spLocks noGrp="1"/>
          </p:cNvSpPr>
          <p:nvPr/>
        </p:nvSpPr>
        <p:spPr>
          <a:xfrm>
            <a:off x="7305675" y="3928920"/>
            <a:ext cx="1181100" cy="3146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2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652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Group Split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ABECA18-6AF2-4315-9815-7A66DC0B1C62}"/>
              </a:ext>
            </a:extLst>
          </p:cNvPr>
          <p:cNvSpPr>
            <a:spLocks noGrp="1"/>
          </p:cNvSpPr>
          <p:nvPr/>
        </p:nvSpPr>
        <p:spPr>
          <a:xfrm>
            <a:off x="7734300" y="4468273"/>
            <a:ext cx="1533525" cy="2646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9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389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Species-stratified,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0B719276-B2FD-4B20-8831-F84E5BCE50EF}"/>
              </a:ext>
            </a:extLst>
          </p:cNvPr>
          <p:cNvSpPr>
            <a:spLocks noGrp="1"/>
          </p:cNvSpPr>
          <p:nvPr/>
        </p:nvSpPr>
        <p:spPr>
          <a:xfrm>
            <a:off x="7734300" y="4687062"/>
            <a:ext cx="2390775" cy="26517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2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392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group-aware by observation</a:t>
            </a: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DC3180CE-4066-4C01-8483-FFBADA8C7FE2}"/>
              </a:ext>
            </a:extLst>
          </p:cNvPr>
          <p:cNvSpPr>
            <a:spLocks noGrp="1"/>
          </p:cNvSpPr>
          <p:nvPr/>
        </p:nvSpPr>
        <p:spPr>
          <a:xfrm>
            <a:off x="7286625" y="5249347"/>
            <a:ext cx="438150" cy="2836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89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489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3212F07C-D65D-4E43-87BC-78046AED46CA}"/>
              </a:ext>
            </a:extLst>
          </p:cNvPr>
          <p:cNvSpPr>
            <a:spLocks noGrp="1"/>
          </p:cNvSpPr>
          <p:nvPr/>
        </p:nvSpPr>
        <p:spPr>
          <a:xfrm>
            <a:off x="7200900" y="5526667"/>
            <a:ext cx="619125" cy="3576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7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877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4,185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C2FE0A16-A2BD-4FCE-8C4F-95FF27389C72}"/>
              </a:ext>
            </a:extLst>
          </p:cNvPr>
          <p:cNvSpPr>
            <a:spLocks noGrp="1"/>
          </p:cNvSpPr>
          <p:nvPr/>
        </p:nvSpPr>
        <p:spPr>
          <a:xfrm>
            <a:off x="8791575" y="5255800"/>
            <a:ext cx="285750" cy="2897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21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521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Val</a:t>
            </a: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F2037785-5135-4C1B-BA4F-6340A4F26CDF}"/>
              </a:ext>
            </a:extLst>
          </p:cNvPr>
          <p:cNvSpPr>
            <a:spLocks noGrp="1"/>
          </p:cNvSpPr>
          <p:nvPr/>
        </p:nvSpPr>
        <p:spPr>
          <a:xfrm>
            <a:off x="8724900" y="5526453"/>
            <a:ext cx="419100" cy="358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9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879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882</a:t>
            </a: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545CFED0-9ACE-4653-8691-931D3F9FF43D}"/>
              </a:ext>
            </a:extLst>
          </p:cNvPr>
          <p:cNvSpPr>
            <a:spLocks noGrp="1"/>
          </p:cNvSpPr>
          <p:nvPr/>
        </p:nvSpPr>
        <p:spPr>
          <a:xfrm>
            <a:off x="10039350" y="5260872"/>
            <a:ext cx="381000" cy="2796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68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468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9BEB781E-8A57-4992-8060-2D2592EAB301}"/>
              </a:ext>
            </a:extLst>
          </p:cNvPr>
          <p:cNvSpPr>
            <a:spLocks noGrp="1"/>
          </p:cNvSpPr>
          <p:nvPr/>
        </p:nvSpPr>
        <p:spPr>
          <a:xfrm>
            <a:off x="10029825" y="5530739"/>
            <a:ext cx="409575" cy="3494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35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835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902</a:t>
            </a: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28DCFB46-A4C0-45E3-9B5D-D415130A06E6}"/>
              </a:ext>
            </a:extLst>
          </p:cNvPr>
          <p:cNvSpPr>
            <a:spLocks noGrp="1"/>
          </p:cNvSpPr>
          <p:nvPr/>
        </p:nvSpPr>
        <p:spPr>
          <a:xfrm>
            <a:off x="7610475" y="6087475"/>
            <a:ext cx="2266950" cy="255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40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340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Zero overlap (by observation)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A3ABEF8F-97F6-4450-A096-2DE3DCFD11FA}"/>
              </a:ext>
            </a:extLst>
          </p:cNvPr>
          <p:cNvSpPr>
            <a:spLocks noGrp="1"/>
          </p:cNvSpPr>
          <p:nvPr/>
        </p:nvSpPr>
        <p:spPr>
          <a:xfrm>
            <a:off x="12449175" y="3936159"/>
            <a:ext cx="2009775" cy="3191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76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676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Open-set Negatives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4011CB07-7F1C-4F39-8A29-FDFB3C659447}"/>
              </a:ext>
            </a:extLst>
          </p:cNvPr>
          <p:cNvSpPr>
            <a:spLocks noGrp="1"/>
          </p:cNvSpPr>
          <p:nvPr/>
        </p:nvSpPr>
        <p:spPr>
          <a:xfrm>
            <a:off x="12820650" y="4480155"/>
            <a:ext cx="1485900" cy="2598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64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364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Fern-like negatives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53BD1832-BAA0-4D16-8834-E91544A35499}"/>
              </a:ext>
            </a:extLst>
          </p:cNvPr>
          <p:cNvSpPr>
            <a:spLocks noGrp="1"/>
          </p:cNvSpPr>
          <p:nvPr/>
        </p:nvSpPr>
        <p:spPr>
          <a:xfrm>
            <a:off x="12811125" y="4750379"/>
            <a:ext cx="1352550" cy="2718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7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427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(evaluation only)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6863CE7E-EB0E-40BB-9D61-95A38530C33E}"/>
              </a:ext>
            </a:extLst>
          </p:cNvPr>
          <p:cNvSpPr>
            <a:spLocks noGrp="1"/>
          </p:cNvSpPr>
          <p:nvPr/>
        </p:nvSpPr>
        <p:spPr>
          <a:xfrm>
            <a:off x="12725400" y="5283613"/>
            <a:ext cx="333375" cy="281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79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479" b="1">
                <a:solidFill>
                  <a:srgbClr val="0B2B4F"/>
                </a:solidFill>
                <a:latin typeface="Arial"/>
                <a:ea typeface="Arial"/>
                <a:cs typeface="Arial"/>
              </a:rPr>
              <a:t>700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688AB59A-2115-42A7-ACCC-CBFF95EF65B3}"/>
              </a:ext>
            </a:extLst>
          </p:cNvPr>
          <p:cNvSpPr>
            <a:spLocks noGrp="1"/>
          </p:cNvSpPr>
          <p:nvPr/>
        </p:nvSpPr>
        <p:spPr>
          <a:xfrm>
            <a:off x="13087350" y="5309568"/>
            <a:ext cx="1343025" cy="248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07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307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images / 8 groups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6D3B48A2-F69A-4A67-97C6-0786070181CC}"/>
              </a:ext>
            </a:extLst>
          </p:cNvPr>
          <p:cNvSpPr>
            <a:spLocks noGrp="1"/>
          </p:cNvSpPr>
          <p:nvPr/>
        </p:nvSpPr>
        <p:spPr>
          <a:xfrm>
            <a:off x="12925425" y="5588579"/>
            <a:ext cx="1295400" cy="2433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7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77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Split 70 × 7 + 210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317EF4EA-7E62-4AD5-AFDF-09C754C6AEF4}"/>
              </a:ext>
            </a:extLst>
          </p:cNvPr>
          <p:cNvSpPr>
            <a:spLocks noGrp="1"/>
          </p:cNvSpPr>
          <p:nvPr/>
        </p:nvSpPr>
        <p:spPr>
          <a:xfrm>
            <a:off x="12930188" y="6171748"/>
            <a:ext cx="1219200" cy="2390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5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5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Evaluation only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526392C1-4CBE-456D-941E-4E622F5F1A52}"/>
              </a:ext>
            </a:extLst>
          </p:cNvPr>
          <p:cNvSpPr>
            <a:spLocks noGrp="1"/>
          </p:cNvSpPr>
          <p:nvPr/>
        </p:nvSpPr>
        <p:spPr>
          <a:xfrm>
            <a:off x="1400175" y="7003946"/>
            <a:ext cx="1114425" cy="2396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58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58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Data side (1–5)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842860DF-A249-4DEA-97A3-193086B4597C}"/>
              </a:ext>
            </a:extLst>
          </p:cNvPr>
          <p:cNvSpPr>
            <a:spLocks noGrp="1"/>
          </p:cNvSpPr>
          <p:nvPr/>
        </p:nvSpPr>
        <p:spPr>
          <a:xfrm>
            <a:off x="3200400" y="6992683"/>
            <a:ext cx="1752600" cy="24631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93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93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Annotation &amp; split (6–7)</a:t>
            </a: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61B9C913-EEB2-4482-BA37-81940B0D8E13}"/>
              </a:ext>
            </a:extLst>
          </p:cNvPr>
          <p:cNvSpPr>
            <a:spLocks noGrp="1"/>
          </p:cNvSpPr>
          <p:nvPr/>
        </p:nvSpPr>
        <p:spPr>
          <a:xfrm>
            <a:off x="5538787" y="7008900"/>
            <a:ext cx="1362075" cy="2424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3">
                <a:solidFill>
                  <a:srgbClr val="0B2B4F"/>
                </a:solidFill>
                <a:latin typeface="Arial"/>
                <a:ea typeface="Arial"/>
                <a:cs typeface="Arial"/>
              </a:defRPr>
            </a:pPr>
            <a:r>
              <a:rPr sz="1273" b="0">
                <a:solidFill>
                  <a:srgbClr val="0B2B4F"/>
                </a:solidFill>
                <a:latin typeface="Arial"/>
                <a:ea typeface="Arial"/>
                <a:cs typeface="Arial"/>
              </a:rPr>
              <a:t>Evaluation only (8)</a:t>
            </a:r>
          </a:p>
        </p:txBody>
      </p:sp>
      <p:sp>
        <p:nvSpPr>
          <p:cNvPr id="168" name="减 167">
            <a:extLst>
              <a:ext uri="{FF2B5EF4-FFF2-40B4-BE49-F238E27FC236}">
                <a16:creationId xmlns:a16="http://schemas.microsoft.com/office/drawing/2014/main" id="{4C4B8F79-3D74-DA7B-5D00-5B18F4CF7E83}"/>
              </a:ext>
            </a:extLst>
          </p:cNvPr>
          <p:cNvSpPr>
            <a:spLocks noGrp="1"/>
          </p:cNvSpPr>
          <p:nvPr/>
        </p:nvSpPr>
        <p:spPr>
          <a:xfrm rot="5400000">
            <a:off x="15023349" y="3233823"/>
            <a:ext cx="357102" cy="361950"/>
          </a:xfrm>
          <a:prstGeom prst="mathMinus">
            <a:avLst/>
          </a:prstGeom>
          <a:solidFill>
            <a:srgbClr val="0B86E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5690340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Macintosh PowerPoint</Application>
  <DocSecurity>0</DocSecurity>
  <PresentationFormat>自定义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子豪 黄</cp:lastModifiedBy>
  <cp:revision>1</cp:revision>
  <dcterms:created xsi:type="dcterms:W3CDTF">2026-10-15T09:19:36Z</dcterms:created>
  <dcterms:modified xsi:type="dcterms:W3CDTF">2026-10-15T09:34:36Z</dcterms:modified>
</cp:coreProperties>
</file>